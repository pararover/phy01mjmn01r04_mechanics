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62626"/>
    <a:srgbClr val="080E1A"/>
    <a:srgbClr val="13223D"/>
    <a:srgbClr val="003A00"/>
    <a:srgbClr val="1C325A"/>
    <a:srgbClr val="08088E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>
        <p:scale>
          <a:sx n="125" d="100"/>
          <a:sy n="125" d="100"/>
        </p:scale>
        <p:origin x="-1104" y="-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DAFCB7-3FE3-EF56-737D-55FCEFCED7AF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/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FC9FDE7-6CD7-DEAC-0778-0BD8C274B291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F59CEE-5950-7709-BA8F-710C58543233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C8D4D5F-3410-48AC-B4E0-821DAF0E83A2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B87576C-C070-0B72-4CBC-BC1874D0B68E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5AE98CB-FB39-EF96-8C6C-13113B96B74D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1F94DE46-3B02-3CBF-A744-80F7F6724376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1DB02-023C-94EC-AF71-0BD6C2AE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Arc 100">
            <a:extLst>
              <a:ext uri="{FF2B5EF4-FFF2-40B4-BE49-F238E27FC236}">
                <a16:creationId xmlns:a16="http://schemas.microsoft.com/office/drawing/2014/main" id="{1C18C743-36B9-E7D3-644E-BCEBC94E6E68}"/>
              </a:ext>
            </a:extLst>
          </p:cNvPr>
          <p:cNvSpPr/>
          <p:nvPr/>
        </p:nvSpPr>
        <p:spPr>
          <a:xfrm rot="1336568">
            <a:off x="3400329" y="2985954"/>
            <a:ext cx="303021" cy="330200"/>
          </a:xfrm>
          <a:prstGeom prst="arc">
            <a:avLst>
              <a:gd name="adj1" fmla="val 17541800"/>
              <a:gd name="adj2" fmla="val 2273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A199E41-2CA4-6BC2-74D9-15EA841E81C6}"/>
              </a:ext>
            </a:extLst>
          </p:cNvPr>
          <p:cNvCxnSpPr>
            <a:cxnSpLocks/>
          </p:cNvCxnSpPr>
          <p:nvPr/>
        </p:nvCxnSpPr>
        <p:spPr>
          <a:xfrm>
            <a:off x="3131042" y="2707481"/>
            <a:ext cx="165685" cy="466724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502716-AB6F-D299-8615-FD22DCCF9747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22A60F-A392-F3F8-461A-A5B665ED5D72}"/>
              </a:ext>
            </a:extLst>
          </p:cNvPr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7272C3E2-8279-0C84-F5FB-D2C76D424996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863511-D0F5-16DF-D039-5E91A8DC0750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95F0F8D-4F58-E1E7-78E0-E0F70C5CC466}"/>
              </a:ext>
            </a:extLst>
          </p:cNvPr>
          <p:cNvCxnSpPr>
            <a:cxnSpLocks/>
          </p:cNvCxnSpPr>
          <p:nvPr/>
        </p:nvCxnSpPr>
        <p:spPr>
          <a:xfrm>
            <a:off x="4212431" y="2368668"/>
            <a:ext cx="312738" cy="880963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CAC9EF2-E6E3-B0AF-B9E2-406CDDF0FDF4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AAFCDFD3-DA6B-9FBC-45DC-766384B751C8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97882B5-0BDD-9312-EB1D-899C21DBE611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7E73836-6CCC-3198-B0AD-83EA3FB95441}"/>
              </a:ext>
            </a:extLst>
          </p:cNvPr>
          <p:cNvCxnSpPr/>
          <p:nvPr/>
        </p:nvCxnSpPr>
        <p:spPr>
          <a:xfrm flipV="1">
            <a:off x="3183731" y="2436019"/>
            <a:ext cx="1052513" cy="373130"/>
          </a:xfrm>
          <a:prstGeom prst="straightConnector1">
            <a:avLst/>
          </a:prstGeom>
          <a:ln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/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blipFill>
                <a:blip r:embed="rId3"/>
                <a:stretch>
                  <a:fillRect l="-11290" r="-14516" b="-92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/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39A8063-C6FD-F393-9236-8B0D22731AB4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66EA0DB-6674-0F59-B29A-1716042AE471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B48AF66E-1E0E-802D-044E-CED43284E1F2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725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c 11">
            <a:extLst>
              <a:ext uri="{FF2B5EF4-FFF2-40B4-BE49-F238E27FC236}">
                <a16:creationId xmlns:a16="http://schemas.microsoft.com/office/drawing/2014/main" id="{FD847279-352E-ABD8-C209-3F57EA5AF73D}"/>
              </a:ext>
            </a:extLst>
          </p:cNvPr>
          <p:cNvSpPr/>
          <p:nvPr/>
        </p:nvSpPr>
        <p:spPr>
          <a:xfrm rot="550380">
            <a:off x="2832498" y="2407333"/>
            <a:ext cx="385206" cy="400369"/>
          </a:xfrm>
          <a:prstGeom prst="arc">
            <a:avLst>
              <a:gd name="adj1" fmla="val 16958553"/>
              <a:gd name="adj2" fmla="val 75038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B3A3032-56A7-08DC-DE03-EFA064163E36}"/>
              </a:ext>
            </a:extLst>
          </p:cNvPr>
          <p:cNvSpPr/>
          <p:nvPr/>
        </p:nvSpPr>
        <p:spPr>
          <a:xfrm>
            <a:off x="2199190" y="1631158"/>
            <a:ext cx="3275635" cy="2049591"/>
          </a:xfrm>
          <a:custGeom>
            <a:avLst/>
            <a:gdLst>
              <a:gd name="csX0" fmla="*/ 0 w 3275635"/>
              <a:gd name="csY0" fmla="*/ 2049591 h 2049591"/>
              <a:gd name="csX1" fmla="*/ 1342663 w 3275635"/>
              <a:gd name="csY1" fmla="*/ 463860 h 2049591"/>
              <a:gd name="csX2" fmla="*/ 3275635 w 3275635"/>
              <a:gd name="csY2" fmla="*/ 872 h 20495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75635" h="2049591">
                <a:moveTo>
                  <a:pt x="0" y="2049591"/>
                </a:moveTo>
                <a:cubicBezTo>
                  <a:pt x="166868" y="1647370"/>
                  <a:pt x="646252" y="886337"/>
                  <a:pt x="1342663" y="463860"/>
                </a:cubicBezTo>
                <a:cubicBezTo>
                  <a:pt x="2039074" y="41383"/>
                  <a:pt x="2825186" y="-7809"/>
                  <a:pt x="3275635" y="872"/>
                </a:cubicBezTo>
              </a:path>
            </a:pathLst>
          </a:custGeom>
          <a:noFill/>
          <a:ln w="19050">
            <a:solidFill>
              <a:schemeClr val="accent1">
                <a:lumMod val="50000"/>
                <a:alpha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B67A0E-48FD-3839-804D-0F20F8C0BB22}"/>
              </a:ext>
            </a:extLst>
          </p:cNvPr>
          <p:cNvCxnSpPr>
            <a:cxnSpLocks/>
          </p:cNvCxnSpPr>
          <p:nvPr/>
        </p:nvCxnSpPr>
        <p:spPr>
          <a:xfrm flipV="1">
            <a:off x="2867665" y="1866900"/>
            <a:ext cx="758979" cy="796196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CE6F67-9DC2-7750-9BEC-84BCA006C11D}"/>
              </a:ext>
            </a:extLst>
          </p:cNvPr>
          <p:cNvCxnSpPr>
            <a:cxnSpLocks/>
          </p:cNvCxnSpPr>
          <p:nvPr/>
        </p:nvCxnSpPr>
        <p:spPr>
          <a:xfrm>
            <a:off x="2867665" y="2663096"/>
            <a:ext cx="2373676" cy="112357"/>
          </a:xfrm>
          <a:prstGeom prst="straightConnector1">
            <a:avLst/>
          </a:prstGeom>
          <a:ln w="28575" cap="rnd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05CB6731-BF10-D527-7411-93C6197E6B15}"/>
              </a:ext>
            </a:extLst>
          </p:cNvPr>
          <p:cNvSpPr/>
          <p:nvPr/>
        </p:nvSpPr>
        <p:spPr>
          <a:xfrm>
            <a:off x="2809325" y="2603962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/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/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7857" r="-62500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/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blipFill>
                <a:blip r:embed="rId4"/>
                <a:stretch>
                  <a:fillRect l="-25000" t="-2000" r="-3055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610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5C9B2C4-FCE5-2296-8D58-7A2F8A91BFC0}"/>
              </a:ext>
            </a:extLst>
          </p:cNvPr>
          <p:cNvCxnSpPr>
            <a:cxnSpLocks/>
          </p:cNvCxnSpPr>
          <p:nvPr/>
        </p:nvCxnSpPr>
        <p:spPr>
          <a:xfrm>
            <a:off x="3039660" y="2599961"/>
            <a:ext cx="272659" cy="21467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ED8BE0-320D-E0D3-3684-5DFEE2522C3B}"/>
              </a:ext>
            </a:extLst>
          </p:cNvPr>
          <p:cNvCxnSpPr>
            <a:cxnSpLocks/>
          </p:cNvCxnSpPr>
          <p:nvPr/>
        </p:nvCxnSpPr>
        <p:spPr>
          <a:xfrm>
            <a:off x="3312319" y="2814638"/>
            <a:ext cx="350044" cy="1180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9A5716-ACC9-BF18-60A2-4484A120254A}"/>
              </a:ext>
            </a:extLst>
          </p:cNvPr>
          <p:cNvCxnSpPr>
            <a:cxnSpLocks/>
          </p:cNvCxnSpPr>
          <p:nvPr/>
        </p:nvCxnSpPr>
        <p:spPr>
          <a:xfrm>
            <a:off x="3662363" y="2932679"/>
            <a:ext cx="35004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9ADCFB3-F5A8-69C9-8F48-641E9C1BEC04}"/>
              </a:ext>
            </a:extLst>
          </p:cNvPr>
          <p:cNvCxnSpPr>
            <a:cxnSpLocks/>
          </p:cNvCxnSpPr>
          <p:nvPr/>
        </p:nvCxnSpPr>
        <p:spPr>
          <a:xfrm flipV="1">
            <a:off x="4012407" y="2932679"/>
            <a:ext cx="33337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6FD6FD-8622-3190-CBEC-5606E5FBC003}"/>
              </a:ext>
            </a:extLst>
          </p:cNvPr>
          <p:cNvCxnSpPr>
            <a:cxnSpLocks/>
          </p:cNvCxnSpPr>
          <p:nvPr/>
        </p:nvCxnSpPr>
        <p:spPr>
          <a:xfrm flipV="1">
            <a:off x="4345781" y="2845594"/>
            <a:ext cx="333374" cy="8708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26A5D7-747C-377C-A4D5-8D2D573872F9}"/>
              </a:ext>
            </a:extLst>
          </p:cNvPr>
          <p:cNvCxnSpPr>
            <a:cxnSpLocks/>
          </p:cNvCxnSpPr>
          <p:nvPr/>
        </p:nvCxnSpPr>
        <p:spPr>
          <a:xfrm flipV="1">
            <a:off x="4679155" y="2707299"/>
            <a:ext cx="295276" cy="138295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C3B8B4-9855-9FDF-F14F-081CEE1D51B6}"/>
              </a:ext>
            </a:extLst>
          </p:cNvPr>
          <p:cNvCxnSpPr>
            <a:cxnSpLocks/>
          </p:cNvCxnSpPr>
          <p:nvPr/>
        </p:nvCxnSpPr>
        <p:spPr>
          <a:xfrm flipV="1">
            <a:off x="4974431" y="2500901"/>
            <a:ext cx="325361" cy="206398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ECB20E-F8A0-C227-A017-F668D76DDC03}"/>
              </a:ext>
            </a:extLst>
          </p:cNvPr>
          <p:cNvCxnSpPr>
            <a:cxnSpLocks/>
          </p:cNvCxnSpPr>
          <p:nvPr/>
        </p:nvCxnSpPr>
        <p:spPr>
          <a:xfrm flipV="1">
            <a:off x="5299792" y="2274094"/>
            <a:ext cx="295276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154146F-7348-56CD-D6D0-3B8BEBC2275B}"/>
              </a:ext>
            </a:extLst>
          </p:cNvPr>
          <p:cNvCxnSpPr>
            <a:cxnSpLocks/>
          </p:cNvCxnSpPr>
          <p:nvPr/>
        </p:nvCxnSpPr>
        <p:spPr>
          <a:xfrm flipV="1">
            <a:off x="5595068" y="2047287"/>
            <a:ext cx="325361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9A6D79A-51E6-0C62-4A6B-037DB8D2A3E3}"/>
              </a:ext>
            </a:extLst>
          </p:cNvPr>
          <p:cNvCxnSpPr>
            <a:cxnSpLocks/>
          </p:cNvCxnSpPr>
          <p:nvPr/>
        </p:nvCxnSpPr>
        <p:spPr>
          <a:xfrm flipV="1">
            <a:off x="5920429" y="1843088"/>
            <a:ext cx="325361" cy="20419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F361299-8CAC-34EE-6085-400B7776EEDD}"/>
              </a:ext>
            </a:extLst>
          </p:cNvPr>
          <p:cNvCxnSpPr>
            <a:cxnSpLocks/>
          </p:cNvCxnSpPr>
          <p:nvPr/>
        </p:nvCxnSpPr>
        <p:spPr>
          <a:xfrm flipV="1">
            <a:off x="6245790" y="1674019"/>
            <a:ext cx="300266" cy="16906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A65EF9D-1F6F-4899-A441-2864E408E577}"/>
              </a:ext>
            </a:extLst>
          </p:cNvPr>
          <p:cNvCxnSpPr>
            <a:cxnSpLocks/>
          </p:cNvCxnSpPr>
          <p:nvPr/>
        </p:nvCxnSpPr>
        <p:spPr>
          <a:xfrm flipV="1">
            <a:off x="6546056" y="1531144"/>
            <a:ext cx="325361" cy="14287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D5B5524-A10B-8063-DA90-7EEEE6780FE7}"/>
              </a:ext>
            </a:extLst>
          </p:cNvPr>
          <p:cNvCxnSpPr>
            <a:cxnSpLocks/>
          </p:cNvCxnSpPr>
          <p:nvPr/>
        </p:nvCxnSpPr>
        <p:spPr>
          <a:xfrm flipV="1">
            <a:off x="6871417" y="1414463"/>
            <a:ext cx="325361" cy="11668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AE204BF-90BA-DE73-66A2-93228726D3E3}"/>
              </a:ext>
            </a:extLst>
          </p:cNvPr>
          <p:cNvCxnSpPr>
            <a:cxnSpLocks/>
          </p:cNvCxnSpPr>
          <p:nvPr/>
        </p:nvCxnSpPr>
        <p:spPr>
          <a:xfrm flipV="1">
            <a:off x="7202090" y="1356122"/>
            <a:ext cx="328018" cy="583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F65C57-1F65-BB7C-30EA-89005B41A309}"/>
              </a:ext>
            </a:extLst>
          </p:cNvPr>
          <p:cNvCxnSpPr>
            <a:cxnSpLocks/>
          </p:cNvCxnSpPr>
          <p:nvPr/>
        </p:nvCxnSpPr>
        <p:spPr>
          <a:xfrm flipV="1">
            <a:off x="7530108" y="1327009"/>
            <a:ext cx="328018" cy="29113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/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l="-178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Oval 42">
            <a:extLst>
              <a:ext uri="{FF2B5EF4-FFF2-40B4-BE49-F238E27FC236}">
                <a16:creationId xmlns:a16="http://schemas.microsoft.com/office/drawing/2014/main" id="{153E5505-99B8-5E01-7164-7A3A99ADFB02}"/>
              </a:ext>
            </a:extLst>
          </p:cNvPr>
          <p:cNvSpPr/>
          <p:nvPr/>
        </p:nvSpPr>
        <p:spPr>
          <a:xfrm>
            <a:off x="4012407" y="574930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45708B0-950F-AD55-A25D-D5011A850FF7}"/>
              </a:ext>
            </a:extLst>
          </p:cNvPr>
          <p:cNvSpPr/>
          <p:nvPr/>
        </p:nvSpPr>
        <p:spPr>
          <a:xfrm>
            <a:off x="2964519" y="2528312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/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Oval 48">
            <a:extLst>
              <a:ext uri="{FF2B5EF4-FFF2-40B4-BE49-F238E27FC236}">
                <a16:creationId xmlns:a16="http://schemas.microsoft.com/office/drawing/2014/main" id="{6F3552B3-EBE8-CAE6-F879-E368FC070B23}"/>
              </a:ext>
            </a:extLst>
          </p:cNvPr>
          <p:cNvSpPr/>
          <p:nvPr/>
        </p:nvSpPr>
        <p:spPr>
          <a:xfrm>
            <a:off x="7858126" y="129229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/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blipFill>
                <a:blip r:embed="rId4"/>
                <a:stretch>
                  <a:fillRect l="-1818" r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CEA0DB8-4951-AA36-95A0-1E9393E60E9A}"/>
              </a:ext>
            </a:extLst>
          </p:cNvPr>
          <p:cNvCxnSpPr>
            <a:cxnSpLocks/>
            <a:stCxn id="43" idx="1"/>
            <a:endCxn id="45" idx="4"/>
          </p:cNvCxnSpPr>
          <p:nvPr/>
        </p:nvCxnSpPr>
        <p:spPr>
          <a:xfrm flipH="1" flipV="1">
            <a:off x="3002090" y="2603453"/>
            <a:ext cx="1021321" cy="31568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6547002-4623-6CB2-9989-110C2DD4A38E}"/>
              </a:ext>
            </a:extLst>
          </p:cNvPr>
          <p:cNvCxnSpPr>
            <a:cxnSpLocks/>
          </p:cNvCxnSpPr>
          <p:nvPr/>
        </p:nvCxnSpPr>
        <p:spPr>
          <a:xfrm flipV="1">
            <a:off x="4674165" y="1807670"/>
            <a:ext cx="846790" cy="1037924"/>
          </a:xfrm>
          <a:prstGeom prst="straightConnector1">
            <a:avLst/>
          </a:prstGeom>
          <a:ln w="28575" cap="rnd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9C7484F-4FA9-A9EF-0806-B3FB2AF6A777}"/>
              </a:ext>
            </a:extLst>
          </p:cNvPr>
          <p:cNvCxnSpPr>
            <a:cxnSpLocks/>
            <a:stCxn id="43" idx="7"/>
            <a:endCxn id="49" idx="3"/>
          </p:cNvCxnSpPr>
          <p:nvPr/>
        </p:nvCxnSpPr>
        <p:spPr>
          <a:xfrm flipV="1">
            <a:off x="4076544" y="1356430"/>
            <a:ext cx="3792586" cy="44038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DD39794-AF92-D573-91D0-39C1B3A4D7CF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4049978" y="2868542"/>
            <a:ext cx="624187" cy="2880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/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blipFill>
                <a:blip r:embed="rId5"/>
                <a:stretch>
                  <a:fillRect l="-11538" r="-21154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/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blipFill>
                <a:blip r:embed="rId6"/>
                <a:stretch>
                  <a:fillRect l="-10714" r="-19643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/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blipFill>
                <a:blip r:embed="rId7"/>
                <a:stretch>
                  <a:fillRect l="-13333" r="-2666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/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blipFill>
                <a:blip r:embed="rId8"/>
                <a:stretch>
                  <a:fillRect l="-18000" t="-2000" r="-22000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/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l="-25000" r="-5535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7990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3082835" y="1767840"/>
            <a:ext cx="2917372" cy="1767840"/>
          </a:xfrm>
          <a:custGeom>
            <a:avLst/>
            <a:gdLst>
              <a:gd name="connsiteX0" fmla="*/ 48590 w 2965962"/>
              <a:gd name="connsiteY0" fmla="*/ 1767840 h 1767840"/>
              <a:gd name="connsiteX1" fmla="*/ 396933 w 2965962"/>
              <a:gd name="connsiteY1" fmla="*/ 1036320 h 1767840"/>
              <a:gd name="connsiteX2" fmla="*/ 2965962 w 2965962"/>
              <a:gd name="connsiteY2" fmla="*/ 0 h 1767840"/>
              <a:gd name="connsiteX0" fmla="*/ 3859 w 2921231"/>
              <a:gd name="connsiteY0" fmla="*/ 1767840 h 1767840"/>
              <a:gd name="connsiteX1" fmla="*/ 1292727 w 2921231"/>
              <a:gd name="connsiteY1" fmla="*/ 644435 h 1767840"/>
              <a:gd name="connsiteX2" fmla="*/ 2921231 w 2921231"/>
              <a:gd name="connsiteY2" fmla="*/ 0 h 1767840"/>
              <a:gd name="connsiteX0" fmla="*/ 7179 w 2924551"/>
              <a:gd name="connsiteY0" fmla="*/ 1767840 h 1767840"/>
              <a:gd name="connsiteX1" fmla="*/ 1296047 w 2924551"/>
              <a:gd name="connsiteY1" fmla="*/ 644435 h 1767840"/>
              <a:gd name="connsiteX2" fmla="*/ 2924551 w 2924551"/>
              <a:gd name="connsiteY2" fmla="*/ 0 h 1767840"/>
              <a:gd name="connsiteX0" fmla="*/ 0 w 2917372"/>
              <a:gd name="connsiteY0" fmla="*/ 1767840 h 1767840"/>
              <a:gd name="connsiteX1" fmla="*/ 1288868 w 2917372"/>
              <a:gd name="connsiteY1" fmla="*/ 644435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288868 w 2917372"/>
              <a:gd name="connsiteY1" fmla="*/ 644435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149531 w 2917372"/>
              <a:gd name="connsiteY1" fmla="*/ 818606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428205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428205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541417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541417 w 2917372"/>
              <a:gd name="connsiteY1" fmla="*/ 783771 h 1767840"/>
              <a:gd name="connsiteX2" fmla="*/ 2917372 w 2917372"/>
              <a:gd name="connsiteY2" fmla="*/ 0 h 1767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17372" h="1767840">
                <a:moveTo>
                  <a:pt x="0" y="1767840"/>
                </a:moveTo>
                <a:cubicBezTo>
                  <a:pt x="157480" y="1218475"/>
                  <a:pt x="497838" y="991326"/>
                  <a:pt x="1541417" y="783771"/>
                </a:cubicBezTo>
                <a:cubicBezTo>
                  <a:pt x="2584996" y="576216"/>
                  <a:pt x="2633617" y="431800"/>
                  <a:pt x="2917372" y="0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5708B0-950F-AD55-A25D-D5011A850FF7}"/>
              </a:ext>
            </a:extLst>
          </p:cNvPr>
          <p:cNvSpPr/>
          <p:nvPr/>
        </p:nvSpPr>
        <p:spPr>
          <a:xfrm>
            <a:off x="3036909" y="3526532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/>
              <p:nvPr/>
            </p:nvSpPr>
            <p:spPr>
              <a:xfrm>
                <a:off x="2703230" y="341021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230" y="3410213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6F3552B3-EBE8-CAE6-F879-E368FC070B23}"/>
              </a:ext>
            </a:extLst>
          </p:cNvPr>
          <p:cNvSpPr/>
          <p:nvPr/>
        </p:nvSpPr>
        <p:spPr>
          <a:xfrm>
            <a:off x="5979796" y="170377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/>
              <p:nvPr/>
            </p:nvSpPr>
            <p:spPr>
              <a:xfrm>
                <a:off x="6062529" y="1549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2529" y="1549884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r="-18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/>
              <p:nvPr/>
            </p:nvSpPr>
            <p:spPr>
              <a:xfrm>
                <a:off x="5676846" y="4547650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846" y="4547650"/>
                <a:ext cx="338234" cy="307777"/>
              </a:xfrm>
              <a:prstGeom prst="rect">
                <a:avLst/>
              </a:prstGeom>
              <a:blipFill>
                <a:blip r:embed="rId4"/>
                <a:stretch>
                  <a:fillRect l="-1786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153E5505-99B8-5E01-7164-7A3A99ADFB02}"/>
              </a:ext>
            </a:extLst>
          </p:cNvPr>
          <p:cNvSpPr/>
          <p:nvPr/>
        </p:nvSpPr>
        <p:spPr>
          <a:xfrm>
            <a:off x="5588658" y="471407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EA0DB8-4951-AA36-95A0-1E9393E60E9A}"/>
              </a:ext>
            </a:extLst>
          </p:cNvPr>
          <p:cNvCxnSpPr>
            <a:cxnSpLocks/>
            <a:stCxn id="13" idx="1"/>
            <a:endCxn id="3" idx="5"/>
          </p:cNvCxnSpPr>
          <p:nvPr/>
        </p:nvCxnSpPr>
        <p:spPr>
          <a:xfrm flipH="1" flipV="1">
            <a:off x="3101046" y="3590669"/>
            <a:ext cx="2498616" cy="11344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C7484F-4FA9-A9EF-0806-B3FB2AF6A777}"/>
              </a:ext>
            </a:extLst>
          </p:cNvPr>
          <p:cNvCxnSpPr>
            <a:cxnSpLocks/>
            <a:stCxn id="13" idx="0"/>
            <a:endCxn id="5" idx="4"/>
          </p:cNvCxnSpPr>
          <p:nvPr/>
        </p:nvCxnSpPr>
        <p:spPr>
          <a:xfrm flipV="1">
            <a:off x="5626229" y="1778914"/>
            <a:ext cx="391138" cy="29351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/>
              <p:nvPr/>
            </p:nvSpPr>
            <p:spPr>
              <a:xfrm>
                <a:off x="4092308" y="4160461"/>
                <a:ext cx="3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308" y="4160461"/>
                <a:ext cx="318677" cy="307777"/>
              </a:xfrm>
              <a:prstGeom prst="rect">
                <a:avLst/>
              </a:prstGeom>
              <a:blipFill>
                <a:blip r:embed="rId5"/>
                <a:stretch>
                  <a:fillRect l="-11321" r="-20755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/>
              <p:nvPr/>
            </p:nvSpPr>
            <p:spPr>
              <a:xfrm>
                <a:off x="5877743" y="3240370"/>
                <a:ext cx="3376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7743" y="3240370"/>
                <a:ext cx="337657" cy="307777"/>
              </a:xfrm>
              <a:prstGeom prst="rect">
                <a:avLst/>
              </a:prstGeom>
              <a:blipFill>
                <a:blip r:embed="rId6"/>
                <a:stretch>
                  <a:fillRect l="-10714" r="-1964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</p:cNvCxnSpPr>
          <p:nvPr/>
        </p:nvCxnSpPr>
        <p:spPr>
          <a:xfrm flipV="1">
            <a:off x="4471886" y="2482215"/>
            <a:ext cx="475399" cy="100432"/>
          </a:xfrm>
          <a:prstGeom prst="straightConnector1">
            <a:avLst/>
          </a:prstGeom>
          <a:ln w="28575">
            <a:solidFill>
              <a:srgbClr val="862626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 flipV="1">
            <a:off x="4470637" y="1760220"/>
            <a:ext cx="663338" cy="826922"/>
          </a:xfrm>
          <a:prstGeom prst="straightConnector1">
            <a:avLst/>
          </a:prstGeom>
          <a:ln w="28575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638716" y="2556930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716" y="2556930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l="-18182" r="-618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4431980" y="1876730"/>
                <a:ext cx="32643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1980" y="1876730"/>
                <a:ext cx="326436" cy="307777"/>
              </a:xfrm>
              <a:prstGeom prst="rect">
                <a:avLst/>
              </a:prstGeom>
              <a:blipFill>
                <a:blip r:embed="rId8"/>
                <a:stretch>
                  <a:fillRect l="-16667" t="-2000" r="-18519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val 22">
            <a:extLst>
              <a:ext uri="{FF2B5EF4-FFF2-40B4-BE49-F238E27FC236}">
                <a16:creationId xmlns:a16="http://schemas.microsoft.com/office/drawing/2014/main" id="{05CB6731-BF10-D527-7411-93C6197E6B15}"/>
              </a:ext>
            </a:extLst>
          </p:cNvPr>
          <p:cNvSpPr/>
          <p:nvPr/>
        </p:nvSpPr>
        <p:spPr>
          <a:xfrm>
            <a:off x="4407239" y="25281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549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1">
            <a:extLst>
              <a:ext uri="{FF2B5EF4-FFF2-40B4-BE49-F238E27FC236}">
                <a16:creationId xmlns:a16="http://schemas.microsoft.com/office/drawing/2014/main" id="{55C7EF6B-B40A-4683-8B65-271734D8E40E}"/>
              </a:ext>
            </a:extLst>
          </p:cNvPr>
          <p:cNvSpPr/>
          <p:nvPr/>
        </p:nvSpPr>
        <p:spPr>
          <a:xfrm>
            <a:off x="3082835" y="1812171"/>
            <a:ext cx="4301813" cy="1732277"/>
          </a:xfrm>
          <a:custGeom>
            <a:avLst/>
            <a:gdLst>
              <a:gd name="csX0" fmla="*/ 0 w 3155069"/>
              <a:gd name="csY0" fmla="*/ 1723508 h 1732277"/>
              <a:gd name="csX1" fmla="*/ 1515950 w 3155069"/>
              <a:gd name="csY1" fmla="*/ 727864 h 1732277"/>
              <a:gd name="csX2" fmla="*/ 3155069 w 3155069"/>
              <a:gd name="csY2" fmla="*/ 106139 h 17322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55069" h="1732277">
                <a:moveTo>
                  <a:pt x="0" y="1723508"/>
                </a:moveTo>
                <a:cubicBezTo>
                  <a:pt x="412156" y="1776026"/>
                  <a:pt x="947657" y="1610883"/>
                  <a:pt x="1515950" y="727864"/>
                </a:cubicBezTo>
                <a:cubicBezTo>
                  <a:pt x="2084243" y="-155155"/>
                  <a:pt x="2642107" y="-52371"/>
                  <a:pt x="3155069" y="106139"/>
                </a:cubicBezTo>
              </a:path>
            </a:pathLst>
          </a:custGeom>
          <a:noFill/>
          <a:ln w="28575">
            <a:solidFill>
              <a:srgbClr val="0070C0">
                <a:alpha val="66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633072-E917-6B58-5554-E02072CB1FE5}"/>
              </a:ext>
            </a:extLst>
          </p:cNvPr>
          <p:cNvCxnSpPr>
            <a:cxnSpLocks/>
          </p:cNvCxnSpPr>
          <p:nvPr/>
        </p:nvCxnSpPr>
        <p:spPr>
          <a:xfrm flipV="1">
            <a:off x="4831339" y="2056130"/>
            <a:ext cx="341371" cy="803868"/>
          </a:xfrm>
          <a:prstGeom prst="straightConnector1">
            <a:avLst/>
          </a:prstGeom>
          <a:ln w="28575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4B3002-E16F-9D9E-8FB0-245878660D68}"/>
                  </a:ext>
                </a:extLst>
              </p:cNvPr>
              <p:cNvSpPr txBox="1"/>
              <p:nvPr/>
            </p:nvSpPr>
            <p:spPr>
              <a:xfrm>
                <a:off x="4638699" y="2198032"/>
                <a:ext cx="32643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4B3002-E16F-9D9E-8FB0-245878660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699" y="2198032"/>
                <a:ext cx="326436" cy="307777"/>
              </a:xfrm>
              <a:prstGeom prst="rect">
                <a:avLst/>
              </a:prstGeom>
              <a:blipFill>
                <a:blip r:embed="rId2"/>
                <a:stretch>
                  <a:fillRect l="-18868" t="-2000" r="-18868" b="-1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F3D7D80-EC12-156A-25A6-ABCFF5F82737}"/>
              </a:ext>
            </a:extLst>
          </p:cNvPr>
          <p:cNvCxnSpPr>
            <a:cxnSpLocks/>
          </p:cNvCxnSpPr>
          <p:nvPr/>
        </p:nvCxnSpPr>
        <p:spPr>
          <a:xfrm>
            <a:off x="4831339" y="2859998"/>
            <a:ext cx="1322446" cy="331809"/>
          </a:xfrm>
          <a:prstGeom prst="straightConnector1">
            <a:avLst/>
          </a:prstGeom>
          <a:ln w="28575">
            <a:solidFill>
              <a:srgbClr val="86262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17516-6F00-282E-F979-DEC9FCFAE0A3}"/>
              </a:ext>
            </a:extLst>
          </p:cNvPr>
          <p:cNvCxnSpPr>
            <a:cxnSpLocks/>
          </p:cNvCxnSpPr>
          <p:nvPr/>
        </p:nvCxnSpPr>
        <p:spPr>
          <a:xfrm flipV="1">
            <a:off x="6154290" y="2387939"/>
            <a:ext cx="341371" cy="803868"/>
          </a:xfrm>
          <a:prstGeom prst="straightConnector1">
            <a:avLst/>
          </a:prstGeom>
          <a:ln w="12700">
            <a:solidFill>
              <a:srgbClr val="003A00">
                <a:alpha val="50000"/>
              </a:srgbClr>
            </a:solidFill>
            <a:prstDash val="sys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0E3FF3-EF9F-6648-6C79-7820DEF5EF67}"/>
              </a:ext>
            </a:extLst>
          </p:cNvPr>
          <p:cNvCxnSpPr>
            <a:cxnSpLocks/>
          </p:cNvCxnSpPr>
          <p:nvPr/>
        </p:nvCxnSpPr>
        <p:spPr>
          <a:xfrm>
            <a:off x="5172710" y="2056130"/>
            <a:ext cx="1322446" cy="331809"/>
          </a:xfrm>
          <a:prstGeom prst="straightConnector1">
            <a:avLst/>
          </a:prstGeom>
          <a:ln w="12700">
            <a:solidFill>
              <a:srgbClr val="003A00">
                <a:alpha val="50000"/>
              </a:srgbClr>
            </a:solidFill>
            <a:prstDash val="sys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40477B6-06C2-4ECF-79C6-39D01F04E5C1}"/>
              </a:ext>
            </a:extLst>
          </p:cNvPr>
          <p:cNvCxnSpPr>
            <a:cxnSpLocks/>
          </p:cNvCxnSpPr>
          <p:nvPr/>
        </p:nvCxnSpPr>
        <p:spPr>
          <a:xfrm flipV="1">
            <a:off x="4830834" y="2387939"/>
            <a:ext cx="1664322" cy="472058"/>
          </a:xfrm>
          <a:prstGeom prst="straightConnector1">
            <a:avLst/>
          </a:prstGeom>
          <a:ln w="28575">
            <a:solidFill>
              <a:srgbClr val="00206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3AA850D-6D06-87EA-1DE5-1B5E3AB97541}"/>
              </a:ext>
            </a:extLst>
          </p:cNvPr>
          <p:cNvSpPr/>
          <p:nvPr/>
        </p:nvSpPr>
        <p:spPr>
          <a:xfrm>
            <a:off x="4772999" y="2801658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16AA55-29C3-5C15-84F2-EAFFDB269856}"/>
                  </a:ext>
                </a:extLst>
              </p:cNvPr>
              <p:cNvSpPr txBox="1"/>
              <p:nvPr/>
            </p:nvSpPr>
            <p:spPr>
              <a:xfrm>
                <a:off x="5338491" y="3111954"/>
                <a:ext cx="44826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16AA55-29C3-5C15-84F2-EAFFDB269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491" y="3111954"/>
                <a:ext cx="448264" cy="307777"/>
              </a:xfrm>
              <a:prstGeom prst="rect">
                <a:avLst/>
              </a:prstGeom>
              <a:blipFill>
                <a:blip r:embed="rId3"/>
                <a:stretch>
                  <a:fillRect l="-13699" r="-13699" b="-980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0DA2D82-3CBA-AF1F-AA91-5BEF1674DC93}"/>
                  </a:ext>
                </a:extLst>
              </p:cNvPr>
              <p:cNvSpPr txBox="1"/>
              <p:nvPr/>
            </p:nvSpPr>
            <p:spPr>
              <a:xfrm>
                <a:off x="6337228" y="2014811"/>
                <a:ext cx="5348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𝒆𝒕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0DA2D82-3CBA-AF1F-AA91-5BEF1674D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7228" y="2014811"/>
                <a:ext cx="534825" cy="307777"/>
              </a:xfrm>
              <a:prstGeom prst="rect">
                <a:avLst/>
              </a:prstGeom>
              <a:blipFill>
                <a:blip r:embed="rId4"/>
                <a:stretch>
                  <a:fillRect l="-11494" t="-2000" r="-12644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Oval 25">
            <a:extLst>
              <a:ext uri="{FF2B5EF4-FFF2-40B4-BE49-F238E27FC236}">
                <a16:creationId xmlns:a16="http://schemas.microsoft.com/office/drawing/2014/main" id="{B0D1422A-A14F-8F7A-9E20-C17113461357}"/>
              </a:ext>
            </a:extLst>
          </p:cNvPr>
          <p:cNvSpPr/>
          <p:nvPr/>
        </p:nvSpPr>
        <p:spPr>
          <a:xfrm>
            <a:off x="3034528" y="349319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9F1370-5ADF-55F0-18E1-3703FA1484AE}"/>
                  </a:ext>
                </a:extLst>
              </p:cNvPr>
              <p:cNvSpPr txBox="1"/>
              <p:nvPr/>
            </p:nvSpPr>
            <p:spPr>
              <a:xfrm>
                <a:off x="2700849" y="337687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9F1370-5ADF-55F0-18E1-3703FA14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0849" y="3376874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29">
            <a:extLst>
              <a:ext uri="{FF2B5EF4-FFF2-40B4-BE49-F238E27FC236}">
                <a16:creationId xmlns:a16="http://schemas.microsoft.com/office/drawing/2014/main" id="{CB58E250-0B0E-189E-E456-923B6170FCF9}"/>
              </a:ext>
            </a:extLst>
          </p:cNvPr>
          <p:cNvSpPr/>
          <p:nvPr/>
        </p:nvSpPr>
        <p:spPr>
          <a:xfrm>
            <a:off x="7376821" y="1885575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47DFFAD-2865-C81A-CA4F-7067E65EFC7D}"/>
                  </a:ext>
                </a:extLst>
              </p:cNvPr>
              <p:cNvSpPr txBox="1"/>
              <p:nvPr/>
            </p:nvSpPr>
            <p:spPr>
              <a:xfrm>
                <a:off x="7459554" y="173168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47DFFAD-2865-C81A-CA4F-7067E65EF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554" y="1731686"/>
                <a:ext cx="338234" cy="307777"/>
              </a:xfrm>
              <a:prstGeom prst="rect">
                <a:avLst/>
              </a:prstGeom>
              <a:blipFill>
                <a:blip r:embed="rId6"/>
                <a:stretch>
                  <a:fillRect l="-1818" r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6470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54</Words>
  <Application>Microsoft Office PowerPoint</Application>
  <PresentationFormat>Widescreen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Parag Bhattacharya</cp:lastModifiedBy>
  <cp:revision>34</cp:revision>
  <dcterms:created xsi:type="dcterms:W3CDTF">2026-10-03T06:14:03Z</dcterms:created>
  <dcterms:modified xsi:type="dcterms:W3CDTF">2026-10-12T18:44:43Z</dcterms:modified>
</cp:coreProperties>
</file>