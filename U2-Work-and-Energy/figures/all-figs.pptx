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A00"/>
    <a:srgbClr val="862626"/>
    <a:srgbClr val="1C325A"/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200" d="100"/>
          <a:sy n="200" d="100"/>
        </p:scale>
        <p:origin x="-2088" y="-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8BFA085B-627B-AA36-E879-9A67E9C0EAA7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0D031FE-6011-7F47-95CE-E598678DF9DB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66A0BFF-7538-9DB3-9A9B-E74F66BBF8D5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F5F5CAF-F444-E2BB-2FB5-FDC96AE7866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40D2853F-9772-0151-A105-A49278990065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40D2853F-9772-0151-A105-A49278990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1BB2D4A-E70E-63C5-21F8-A4767B600A63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1BB2D4A-E70E-63C5-21F8-A4767B600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15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25</cp:revision>
  <dcterms:created xsi:type="dcterms:W3CDTF">2026-10-03T06:14:03Z</dcterms:created>
  <dcterms:modified xsi:type="dcterms:W3CDTF">2026-10-10T17:58:27Z</dcterms:modified>
</cp:coreProperties>
</file>