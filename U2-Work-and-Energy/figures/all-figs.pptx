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8E"/>
    <a:srgbClr val="1D34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72" autoAdjust="0"/>
    <p:restoredTop sz="94660"/>
  </p:normalViewPr>
  <p:slideViewPr>
    <p:cSldViewPr snapToGrid="0">
      <p:cViewPr varScale="1">
        <p:scale>
          <a:sx n="83" d="100"/>
          <a:sy n="83" d="100"/>
        </p:scale>
        <p:origin x="20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78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060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52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90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728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70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12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75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100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04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957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2BB23-F442-40A7-A37A-0DE665FB7F05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3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1.jpeg"/><Relationship Id="rId3" Type="http://schemas.openxmlformats.org/officeDocument/2006/relationships/image" Target="../media/image2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2.png"/><Relationship Id="rId5" Type="http://schemas.openxmlformats.org/officeDocument/2006/relationships/image" Target="../media/image4.pn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4" Type="http://schemas.openxmlformats.org/officeDocument/2006/relationships/image" Target="../media/image3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4.png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43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18" Type="http://schemas.openxmlformats.org/officeDocument/2006/relationships/image" Target="../media/image6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17" Type="http://schemas.openxmlformats.org/officeDocument/2006/relationships/image" Target="../media/image59.png"/><Relationship Id="rId2" Type="http://schemas.openxmlformats.org/officeDocument/2006/relationships/image" Target="../media/image44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10" Type="http://schemas.openxmlformats.org/officeDocument/2006/relationships/image" Target="../media/image52.png"/><Relationship Id="rId19" Type="http://schemas.openxmlformats.org/officeDocument/2006/relationships/image" Target="../media/image61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Relationship Id="rId14" Type="http://schemas.openxmlformats.org/officeDocument/2006/relationships/image" Target="../media/image5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" name="Straight Arrow Connector 54"/>
          <p:cNvCxnSpPr/>
          <p:nvPr/>
        </p:nvCxnSpPr>
        <p:spPr>
          <a:xfrm>
            <a:off x="2659380" y="4899660"/>
            <a:ext cx="3253740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657348" y="4094480"/>
            <a:ext cx="0" cy="8422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549648" y="4099560"/>
            <a:ext cx="0" cy="48006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5919216" y="2334768"/>
            <a:ext cx="0" cy="260299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endCxn id="28" idx="3"/>
          </p:cNvCxnSpPr>
          <p:nvPr/>
        </p:nvCxnSpPr>
        <p:spPr>
          <a:xfrm flipV="1">
            <a:off x="4547235" y="2371191"/>
            <a:ext cx="1343468" cy="1709319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endCxn id="28" idx="3"/>
          </p:cNvCxnSpPr>
          <p:nvPr/>
        </p:nvCxnSpPr>
        <p:spPr>
          <a:xfrm flipV="1">
            <a:off x="2655570" y="2371191"/>
            <a:ext cx="3235133" cy="1739799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/>
          <p:cNvGrpSpPr/>
          <p:nvPr/>
        </p:nvGrpSpPr>
        <p:grpSpPr>
          <a:xfrm>
            <a:off x="1167765" y="914400"/>
            <a:ext cx="6088380" cy="4684157"/>
            <a:chOff x="1167765" y="914400"/>
            <a:chExt cx="6088380" cy="4684157"/>
          </a:xfrm>
        </p:grpSpPr>
        <p:grpSp>
          <p:nvGrpSpPr>
            <p:cNvPr id="10" name="Group 9"/>
            <p:cNvGrpSpPr/>
            <p:nvPr/>
          </p:nvGrpSpPr>
          <p:grpSpPr>
            <a:xfrm>
              <a:off x="1167765" y="1045031"/>
              <a:ext cx="6088380" cy="4321354"/>
              <a:chOff x="1167765" y="1045031"/>
              <a:chExt cx="6088380" cy="4321354"/>
            </a:xfrm>
          </p:grpSpPr>
          <p:cxnSp>
            <p:nvCxnSpPr>
              <p:cNvPr id="5" name="Straight Connector 4"/>
              <p:cNvCxnSpPr/>
              <p:nvPr/>
            </p:nvCxnSpPr>
            <p:spPr>
              <a:xfrm>
                <a:off x="2656115" y="1045031"/>
                <a:ext cx="0" cy="3065417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/>
              <p:cNvCxnSpPr/>
              <p:nvPr/>
            </p:nvCxnSpPr>
            <p:spPr>
              <a:xfrm flipH="1">
                <a:off x="2655027" y="4111265"/>
                <a:ext cx="4601118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/>
              <p:cNvCxnSpPr/>
              <p:nvPr/>
            </p:nvCxnSpPr>
            <p:spPr>
              <a:xfrm flipV="1">
                <a:off x="1167765" y="4114258"/>
                <a:ext cx="1484540" cy="1252127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2323338" y="3787521"/>
                  <a:ext cx="284822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3338" y="3787521"/>
                  <a:ext cx="284822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23404" r="-23404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6972300" y="4152900"/>
                  <a:ext cx="27520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2300" y="4152900"/>
                  <a:ext cx="275204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6667" r="-22222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2760345" y="914400"/>
                  <a:ext cx="26238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60345" y="914400"/>
                  <a:ext cx="26238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7907" r="-23256"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1287780" y="5229225"/>
                  <a:ext cx="25917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7780" y="5229225"/>
                  <a:ext cx="259174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25581" r="-2558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7" name="Group 36"/>
          <p:cNvGrpSpPr/>
          <p:nvPr/>
        </p:nvGrpSpPr>
        <p:grpSpPr>
          <a:xfrm>
            <a:off x="3057525" y="914400"/>
            <a:ext cx="5241034" cy="4684157"/>
            <a:chOff x="2722245" y="914400"/>
            <a:chExt cx="5241034" cy="4684157"/>
          </a:xfrm>
        </p:grpSpPr>
        <p:cxnSp>
          <p:nvCxnSpPr>
            <p:cNvPr id="16" name="Straight Arrow Connector 15"/>
            <p:cNvCxnSpPr/>
            <p:nvPr/>
          </p:nvCxnSpPr>
          <p:spPr>
            <a:xfrm>
              <a:off x="4223655" y="1702524"/>
              <a:ext cx="1062446" cy="0"/>
            </a:xfrm>
            <a:prstGeom prst="straightConnector1">
              <a:avLst/>
            </a:prstGeom>
            <a:ln w="28575" cap="rnd">
              <a:solidFill>
                <a:srgbClr val="FF0000"/>
              </a:solidFill>
              <a:round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" name="Group 10"/>
            <p:cNvGrpSpPr/>
            <p:nvPr/>
          </p:nvGrpSpPr>
          <p:grpSpPr>
            <a:xfrm>
              <a:off x="2722245" y="1014552"/>
              <a:ext cx="5172075" cy="4321354"/>
              <a:chOff x="1167765" y="1045031"/>
              <a:chExt cx="5172075" cy="4321354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2656115" y="1045031"/>
                <a:ext cx="0" cy="3065417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 flipH="1">
                <a:off x="2655027" y="4111265"/>
                <a:ext cx="3684813" cy="0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/>
              <p:cNvCxnSpPr/>
              <p:nvPr/>
            </p:nvCxnSpPr>
            <p:spPr>
              <a:xfrm flipV="1">
                <a:off x="1167765" y="4114258"/>
                <a:ext cx="1484540" cy="1252127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3851529" y="3778377"/>
                  <a:ext cx="35747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1529" y="3778377"/>
                  <a:ext cx="35747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4138" t="-1667" r="-24138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7615428" y="4152900"/>
                  <a:ext cx="34785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5428" y="4152900"/>
                  <a:ext cx="347851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22807" t="-1639" r="-24561" b="-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4328160" y="914400"/>
                  <a:ext cx="33502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8160" y="914400"/>
                  <a:ext cx="335027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23636" t="-1639" r="-23636"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2830830" y="5229225"/>
                  <a:ext cx="33182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0830" y="5229225"/>
                  <a:ext cx="331821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3636" t="-1667" r="-25455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4859655" y="1323975"/>
                  <a:ext cx="245708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9655" y="1323975"/>
                  <a:ext cx="245708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75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Oval 27"/>
          <p:cNvSpPr/>
          <p:nvPr/>
        </p:nvSpPr>
        <p:spPr>
          <a:xfrm>
            <a:off x="5876834" y="2290354"/>
            <a:ext cx="94706" cy="9470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6018530" y="2028825"/>
                <a:ext cx="26718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530" y="2028825"/>
                <a:ext cx="267188" cy="369332"/>
              </a:xfrm>
              <a:prstGeom prst="rect">
                <a:avLst/>
              </a:prstGeom>
              <a:blipFill>
                <a:blip r:embed="rId11"/>
                <a:stretch>
                  <a:fillRect l="-25000" r="-250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4043680" y="2895600"/>
                <a:ext cx="2340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3680" y="2895600"/>
                <a:ext cx="234038" cy="369332"/>
              </a:xfrm>
              <a:prstGeom prst="rect">
                <a:avLst/>
              </a:prstGeom>
              <a:blipFill>
                <a:blip r:embed="rId12"/>
                <a:stretch>
                  <a:fillRect l="-17949" r="-35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5008880" y="2895600"/>
                <a:ext cx="3141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8880" y="2895600"/>
                <a:ext cx="314189" cy="369332"/>
              </a:xfrm>
              <a:prstGeom prst="rect">
                <a:avLst/>
              </a:prstGeom>
              <a:blipFill>
                <a:blip r:embed="rId13"/>
                <a:stretch>
                  <a:fillRect l="-13725" t="-1639" r="-27451"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/>
          <p:cNvCxnSpPr/>
          <p:nvPr/>
        </p:nvCxnSpPr>
        <p:spPr>
          <a:xfrm>
            <a:off x="4556760" y="4533900"/>
            <a:ext cx="1356360" cy="0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>
            <a:off x="2665095" y="4533900"/>
            <a:ext cx="1874520" cy="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/>
              <p:cNvSpPr txBox="1"/>
              <p:nvPr/>
            </p:nvSpPr>
            <p:spPr>
              <a:xfrm>
                <a:off x="5077968" y="4312920"/>
                <a:ext cx="33985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0" name="TextBox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968" y="4312920"/>
                <a:ext cx="339852" cy="369332"/>
              </a:xfrm>
              <a:prstGeom prst="rect">
                <a:avLst/>
              </a:prstGeom>
              <a:blipFill>
                <a:blip r:embed="rId14"/>
                <a:stretch>
                  <a:fillRect l="-19643" t="-1667" r="-1964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/>
              <p:cNvSpPr txBox="1"/>
              <p:nvPr/>
            </p:nvSpPr>
            <p:spPr>
              <a:xfrm>
                <a:off x="4277868" y="4678680"/>
                <a:ext cx="33985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7868" y="4678680"/>
                <a:ext cx="339852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/>
              <p:cNvSpPr txBox="1"/>
              <p:nvPr/>
            </p:nvSpPr>
            <p:spPr>
              <a:xfrm>
                <a:off x="3332988" y="4312920"/>
                <a:ext cx="33985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𝑣𝑡</m:t>
                      </m:r>
                    </m:oMath>
                  </m:oMathPara>
                </a14:m>
                <a:endParaRPr lang="en-US" sz="24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2" name="TextBox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988" y="4312920"/>
                <a:ext cx="339852" cy="369332"/>
              </a:xfrm>
              <a:prstGeom prst="rect">
                <a:avLst/>
              </a:prstGeom>
              <a:blipFill>
                <a:blip r:embed="rId16"/>
                <a:stretch>
                  <a:fillRect l="-21429" r="-19643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/>
              <p:cNvSpPr txBox="1"/>
              <p:nvPr/>
            </p:nvSpPr>
            <p:spPr>
              <a:xfrm>
                <a:off x="2186178" y="1958340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3" name="TextBox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6178" y="1958340"/>
                <a:ext cx="229362" cy="369332"/>
              </a:xfrm>
              <a:prstGeom prst="rect">
                <a:avLst/>
              </a:prstGeom>
              <a:blipFill>
                <a:blip r:embed="rId17"/>
                <a:stretch>
                  <a:fillRect l="-32432" r="-2973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4144518" y="1958340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24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518" y="1958340"/>
                <a:ext cx="229362" cy="369332"/>
              </a:xfrm>
              <a:prstGeom prst="rect">
                <a:avLst/>
              </a:prstGeom>
              <a:blipFill>
                <a:blip r:embed="rId18"/>
                <a:stretch>
                  <a:fillRect l="-52632" t="-1639" r="-50000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6414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167765" y="914400"/>
            <a:ext cx="5165339" cy="4684157"/>
            <a:chOff x="1167765" y="914400"/>
            <a:chExt cx="5165339" cy="4684157"/>
          </a:xfrm>
        </p:grpSpPr>
        <p:grpSp>
          <p:nvGrpSpPr>
            <p:cNvPr id="41" name="Group 40"/>
            <p:cNvGrpSpPr/>
            <p:nvPr/>
          </p:nvGrpSpPr>
          <p:grpSpPr>
            <a:xfrm>
              <a:off x="1167765" y="914400"/>
              <a:ext cx="5165339" cy="4684157"/>
              <a:chOff x="1167765" y="914400"/>
              <a:chExt cx="5165339" cy="4684157"/>
            </a:xfrm>
          </p:grpSpPr>
          <p:grpSp>
            <p:nvGrpSpPr>
              <p:cNvPr id="10" name="Group 9"/>
              <p:cNvGrpSpPr/>
              <p:nvPr/>
            </p:nvGrpSpPr>
            <p:grpSpPr>
              <a:xfrm>
                <a:off x="1167765" y="1045031"/>
                <a:ext cx="5114163" cy="4321354"/>
                <a:chOff x="1167765" y="1045031"/>
                <a:chExt cx="5114163" cy="4321354"/>
              </a:xfrm>
            </p:grpSpPr>
            <p:cxnSp>
              <p:nvCxnSpPr>
                <p:cNvPr id="5" name="Straight Connector 4"/>
                <p:cNvCxnSpPr/>
                <p:nvPr/>
              </p:nvCxnSpPr>
              <p:spPr>
                <a:xfrm>
                  <a:off x="2656115" y="1045031"/>
                  <a:ext cx="0" cy="3065417"/>
                </a:xfrm>
                <a:prstGeom prst="line">
                  <a:avLst/>
                </a:prstGeom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Straight Connector 5"/>
                <p:cNvCxnSpPr/>
                <p:nvPr/>
              </p:nvCxnSpPr>
              <p:spPr>
                <a:xfrm flipH="1">
                  <a:off x="2655027" y="4111265"/>
                  <a:ext cx="3626901" cy="0"/>
                </a:xfrm>
                <a:prstGeom prst="line">
                  <a:avLst/>
                </a:prstGeom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/>
                <p:cNvCxnSpPr/>
                <p:nvPr/>
              </p:nvCxnSpPr>
              <p:spPr>
                <a:xfrm flipV="1">
                  <a:off x="1167765" y="4114258"/>
                  <a:ext cx="1484540" cy="1252127"/>
                </a:xfrm>
                <a:prstGeom prst="line">
                  <a:avLst/>
                </a:prstGeom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2323338" y="3787521"/>
                    <a:ext cx="284822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17" name="TextBox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23338" y="3787521"/>
                    <a:ext cx="284822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3404" r="-23404" b="-65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/>
                  <p:cNvSpPr txBox="1"/>
                  <p:nvPr/>
                </p:nvSpPr>
                <p:spPr>
                  <a:xfrm>
                    <a:off x="6057900" y="4152900"/>
                    <a:ext cx="275204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19" name="TextBox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7900" y="4152900"/>
                    <a:ext cx="275204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6667" r="-22222" b="-65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/>
                  <p:cNvSpPr txBox="1"/>
                  <p:nvPr/>
                </p:nvSpPr>
                <p:spPr>
                  <a:xfrm>
                    <a:off x="2760345" y="914400"/>
                    <a:ext cx="262380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TextBox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0345" y="914400"/>
                    <a:ext cx="26238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7907" r="-23256" b="-491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/>
                  <p:cNvSpPr txBox="1"/>
                  <p:nvPr/>
                </p:nvSpPr>
                <p:spPr>
                  <a:xfrm>
                    <a:off x="1287780" y="5229225"/>
                    <a:ext cx="259174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7780" y="5229225"/>
                    <a:ext cx="25917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5581" r="-25581" b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/>
                <p:cNvSpPr txBox="1"/>
                <p:nvPr/>
              </p:nvSpPr>
              <p:spPr>
                <a:xfrm>
                  <a:off x="2186178" y="1958340"/>
                  <a:ext cx="229362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3" name="TextBox 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178" y="1958340"/>
                  <a:ext cx="229362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432" r="-29730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2"/>
          <p:cNvGrpSpPr/>
          <p:nvPr/>
        </p:nvGrpSpPr>
        <p:grpSpPr>
          <a:xfrm>
            <a:off x="2111121" y="914400"/>
            <a:ext cx="5241034" cy="4684157"/>
            <a:chOff x="3057525" y="914400"/>
            <a:chExt cx="5241034" cy="4684157"/>
          </a:xfrm>
        </p:grpSpPr>
        <p:grpSp>
          <p:nvGrpSpPr>
            <p:cNvPr id="37" name="Group 36"/>
            <p:cNvGrpSpPr/>
            <p:nvPr/>
          </p:nvGrpSpPr>
          <p:grpSpPr>
            <a:xfrm>
              <a:off x="3057525" y="914400"/>
              <a:ext cx="5241034" cy="4684157"/>
              <a:chOff x="2722245" y="914400"/>
              <a:chExt cx="5241034" cy="4684157"/>
            </a:xfrm>
          </p:grpSpPr>
          <p:cxnSp>
            <p:nvCxnSpPr>
              <p:cNvPr id="16" name="Straight Arrow Connector 15"/>
              <p:cNvCxnSpPr/>
              <p:nvPr/>
            </p:nvCxnSpPr>
            <p:spPr>
              <a:xfrm>
                <a:off x="4223655" y="1702524"/>
                <a:ext cx="1062446" cy="0"/>
              </a:xfrm>
              <a:prstGeom prst="straightConnector1">
                <a:avLst/>
              </a:prstGeom>
              <a:ln w="28575" cap="rnd">
                <a:solidFill>
                  <a:srgbClr val="FF0000"/>
                </a:solidFill>
                <a:round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" name="Group 10"/>
              <p:cNvGrpSpPr/>
              <p:nvPr/>
            </p:nvGrpSpPr>
            <p:grpSpPr>
              <a:xfrm>
                <a:off x="2722245" y="1014552"/>
                <a:ext cx="5172075" cy="4321354"/>
                <a:chOff x="1167765" y="1045031"/>
                <a:chExt cx="5172075" cy="4321354"/>
              </a:xfrm>
            </p:grpSpPr>
            <p:cxnSp>
              <p:nvCxnSpPr>
                <p:cNvPr id="12" name="Straight Connector 11"/>
                <p:cNvCxnSpPr/>
                <p:nvPr/>
              </p:nvCxnSpPr>
              <p:spPr>
                <a:xfrm>
                  <a:off x="2656115" y="1045031"/>
                  <a:ext cx="0" cy="3065417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/>
                <p:cNvCxnSpPr/>
                <p:nvPr/>
              </p:nvCxnSpPr>
              <p:spPr>
                <a:xfrm flipH="1">
                  <a:off x="2655027" y="4111265"/>
                  <a:ext cx="3684813" cy="0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/>
                <p:cNvCxnSpPr/>
                <p:nvPr/>
              </p:nvCxnSpPr>
              <p:spPr>
                <a:xfrm flipV="1">
                  <a:off x="1167765" y="4114258"/>
                  <a:ext cx="1484540" cy="1252127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/>
                  <p:cNvSpPr txBox="1"/>
                  <p:nvPr/>
                </p:nvSpPr>
                <p:spPr>
                  <a:xfrm>
                    <a:off x="3851529" y="3778377"/>
                    <a:ext cx="357470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accent1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TextBox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51529" y="3778377"/>
                    <a:ext cx="3574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4138" t="-1667" r="-24138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/>
                  <p:cNvSpPr txBox="1"/>
                  <p:nvPr/>
                </p:nvSpPr>
                <p:spPr>
                  <a:xfrm>
                    <a:off x="7615428" y="4152900"/>
                    <a:ext cx="347851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0" name="TextBox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5428" y="4152900"/>
                    <a:ext cx="34785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2807" t="-1639" r="-22807" b="-98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/>
                  <p:cNvSpPr txBox="1"/>
                  <p:nvPr/>
                </p:nvSpPr>
                <p:spPr>
                  <a:xfrm>
                    <a:off x="4328160" y="914400"/>
                    <a:ext cx="33502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1" name="TextBox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28160" y="914400"/>
                    <a:ext cx="33502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5455" t="-1639" r="-23636" b="-819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/>
                  <p:cNvSpPr txBox="1"/>
                  <p:nvPr/>
                </p:nvSpPr>
                <p:spPr>
                  <a:xfrm>
                    <a:off x="2830830" y="5229225"/>
                    <a:ext cx="331821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accent1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TextBox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30830" y="5229225"/>
                    <a:ext cx="331821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3636" t="-1667" r="-25455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/>
                  <p:cNvSpPr txBox="1"/>
                  <p:nvPr/>
                </p:nvSpPr>
                <p:spPr>
                  <a:xfrm>
                    <a:off x="4859655" y="1323975"/>
                    <a:ext cx="245708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59655" y="1323975"/>
                    <a:ext cx="245708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75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/>
                <p:cNvSpPr txBox="1"/>
                <p:nvPr/>
              </p:nvSpPr>
              <p:spPr>
                <a:xfrm>
                  <a:off x="4144518" y="1958340"/>
                  <a:ext cx="229362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4" name="TextBox 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4518" y="1958340"/>
                  <a:ext cx="229362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54054" t="-1639" r="-54054" b="-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Can 3"/>
          <p:cNvSpPr/>
          <p:nvPr/>
        </p:nvSpPr>
        <p:spPr>
          <a:xfrm rot="-3360000">
            <a:off x="5501639" y="2136141"/>
            <a:ext cx="152400" cy="1668780"/>
          </a:xfrm>
          <a:prstGeom prst="can">
            <a:avLst>
              <a:gd name="adj" fmla="val 54402"/>
            </a:avLst>
          </a:prstGeom>
          <a:blipFill>
            <a:blip r:embed="rId13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4630674" y="2147316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0674" y="2147316"/>
                <a:ext cx="229362" cy="369332"/>
              </a:xfrm>
              <a:prstGeom prst="rect">
                <a:avLst/>
              </a:prstGeom>
              <a:blipFill>
                <a:blip r:embed="rId14"/>
                <a:stretch>
                  <a:fillRect l="-40541" r="-40541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6319266" y="3323844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266" y="3323844"/>
                <a:ext cx="229362" cy="369332"/>
              </a:xfrm>
              <a:prstGeom prst="rect">
                <a:avLst/>
              </a:prstGeom>
              <a:blipFill>
                <a:blip r:embed="rId15"/>
                <a:stretch>
                  <a:fillRect l="-43243" r="-40541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5371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9C346-5792-7D0C-002A-8924987E8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EDB7B7F-193E-F7A0-C7E2-EC6EE3AE0E72}"/>
              </a:ext>
            </a:extLst>
          </p:cNvPr>
          <p:cNvGrpSpPr/>
          <p:nvPr/>
        </p:nvGrpSpPr>
        <p:grpSpPr>
          <a:xfrm>
            <a:off x="1167765" y="914400"/>
            <a:ext cx="5165339" cy="4684157"/>
            <a:chOff x="1167765" y="914400"/>
            <a:chExt cx="5165339" cy="4684157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F63EAE6-ECDA-6176-5249-CDF597F8A1E3}"/>
                </a:ext>
              </a:extLst>
            </p:cNvPr>
            <p:cNvGrpSpPr/>
            <p:nvPr/>
          </p:nvGrpSpPr>
          <p:grpSpPr>
            <a:xfrm>
              <a:off x="1167765" y="914400"/>
              <a:ext cx="5165339" cy="4684157"/>
              <a:chOff x="1167765" y="914400"/>
              <a:chExt cx="5165339" cy="4684157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A98AC938-976C-2482-C25E-92663045F437}"/>
                  </a:ext>
                </a:extLst>
              </p:cNvPr>
              <p:cNvGrpSpPr/>
              <p:nvPr/>
            </p:nvGrpSpPr>
            <p:grpSpPr>
              <a:xfrm>
                <a:off x="1167765" y="1045031"/>
                <a:ext cx="5114163" cy="4321354"/>
                <a:chOff x="1167765" y="1045031"/>
                <a:chExt cx="5114163" cy="4321354"/>
              </a:xfrm>
            </p:grpSpPr>
            <p:cxnSp>
              <p:nvCxnSpPr>
                <p:cNvPr id="5" name="Straight Connector 4">
                  <a:extLst>
                    <a:ext uri="{FF2B5EF4-FFF2-40B4-BE49-F238E27FC236}">
                      <a16:creationId xmlns:a16="http://schemas.microsoft.com/office/drawing/2014/main" id="{DA394A0B-9900-D02C-A8C0-7CF3466FFF34}"/>
                    </a:ext>
                  </a:extLst>
                </p:cNvPr>
                <p:cNvCxnSpPr/>
                <p:nvPr/>
              </p:nvCxnSpPr>
              <p:spPr>
                <a:xfrm>
                  <a:off x="2656115" y="1045031"/>
                  <a:ext cx="0" cy="3065417"/>
                </a:xfrm>
                <a:prstGeom prst="line">
                  <a:avLst/>
                </a:prstGeom>
                <a:ln w="28575" cap="rnd">
                  <a:solidFill>
                    <a:schemeClr val="tx1">
                      <a:lumMod val="75000"/>
                      <a:lumOff val="2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Straight Connector 5">
                  <a:extLst>
                    <a:ext uri="{FF2B5EF4-FFF2-40B4-BE49-F238E27FC236}">
                      <a16:creationId xmlns:a16="http://schemas.microsoft.com/office/drawing/2014/main" id="{A9FFAAF3-EB2C-07B4-52B1-E6251A9690CB}"/>
                    </a:ext>
                  </a:extLst>
                </p:cNvPr>
                <p:cNvCxnSpPr/>
                <p:nvPr/>
              </p:nvCxnSpPr>
              <p:spPr>
                <a:xfrm flipH="1">
                  <a:off x="2655027" y="4111265"/>
                  <a:ext cx="3626901" cy="0"/>
                </a:xfrm>
                <a:prstGeom prst="line">
                  <a:avLst/>
                </a:prstGeom>
                <a:ln w="28575" cap="rnd">
                  <a:solidFill>
                    <a:schemeClr val="tx1">
                      <a:lumMod val="75000"/>
                      <a:lumOff val="2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E9A58765-430B-757E-EE79-24564FB49791}"/>
                    </a:ext>
                  </a:extLst>
                </p:cNvPr>
                <p:cNvCxnSpPr/>
                <p:nvPr/>
              </p:nvCxnSpPr>
              <p:spPr>
                <a:xfrm flipV="1">
                  <a:off x="1167765" y="4114258"/>
                  <a:ext cx="1484540" cy="1252127"/>
                </a:xfrm>
                <a:prstGeom prst="line">
                  <a:avLst/>
                </a:prstGeom>
                <a:ln w="28575" cap="rnd">
                  <a:solidFill>
                    <a:schemeClr val="tx1">
                      <a:lumMod val="75000"/>
                      <a:lumOff val="2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C37F904C-3186-029E-FBAD-9ADE0EFB3986}"/>
                      </a:ext>
                    </a:extLst>
                  </p:cNvPr>
                  <p:cNvSpPr txBox="1"/>
                  <p:nvPr/>
                </p:nvSpPr>
                <p:spPr>
                  <a:xfrm>
                    <a:off x="2594801" y="4120900"/>
                    <a:ext cx="2848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C37F904C-3186-029E-FBAD-9ADE0EFB39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94801" y="4120900"/>
                    <a:ext cx="284822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6087" r="-23913" b="-4918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EE31DF62-0FBF-D92D-A8AF-0F650E35ED9C}"/>
                      </a:ext>
                    </a:extLst>
                  </p:cNvPr>
                  <p:cNvSpPr txBox="1"/>
                  <p:nvPr/>
                </p:nvSpPr>
                <p:spPr>
                  <a:xfrm>
                    <a:off x="6057900" y="4152900"/>
                    <a:ext cx="275204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EE31DF62-0FBF-D92D-A8AF-0F650E35ED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7900" y="4152900"/>
                    <a:ext cx="275204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6667" r="-22222" b="-6557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36648FD-9AEC-AF83-B35F-FC650E6A8EBF}"/>
                      </a:ext>
                    </a:extLst>
                  </p:cNvPr>
                  <p:cNvSpPr txBox="1"/>
                  <p:nvPr/>
                </p:nvSpPr>
                <p:spPr>
                  <a:xfrm>
                    <a:off x="2760345" y="914400"/>
                    <a:ext cx="26238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36648FD-9AEC-AF83-B35F-FC650E6A8E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0345" y="914400"/>
                    <a:ext cx="26238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7907" r="-23256" b="-4918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8A4ED895-32F0-DBD9-1BEC-CA8CBE70468D}"/>
                      </a:ext>
                    </a:extLst>
                  </p:cNvPr>
                  <p:cNvSpPr txBox="1"/>
                  <p:nvPr/>
                </p:nvSpPr>
                <p:spPr>
                  <a:xfrm>
                    <a:off x="1287780" y="5229225"/>
                    <a:ext cx="259174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8A4ED895-32F0-DBD9-1BEC-CA8CBE7046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7780" y="5229225"/>
                    <a:ext cx="25917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5581" r="-25581" b="-6667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51047548-CE4B-AC41-DD75-857735707EEF}"/>
                    </a:ext>
                  </a:extLst>
                </p:cNvPr>
                <p:cNvSpPr txBox="1"/>
                <p:nvPr/>
              </p:nvSpPr>
              <p:spPr>
                <a:xfrm>
                  <a:off x="2186178" y="1958340"/>
                  <a:ext cx="229362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51047548-CE4B-AC41-DD75-857735707E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178" y="1958340"/>
                  <a:ext cx="229362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432" r="-29730"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A8001DD-A58E-5BC7-92E8-F3AC6A742235}"/>
              </a:ext>
            </a:extLst>
          </p:cNvPr>
          <p:cNvGrpSpPr/>
          <p:nvPr/>
        </p:nvGrpSpPr>
        <p:grpSpPr>
          <a:xfrm>
            <a:off x="2481521" y="914400"/>
            <a:ext cx="5241034" cy="4684157"/>
            <a:chOff x="3057525" y="914400"/>
            <a:chExt cx="5241034" cy="468415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FCF7633-E67B-3597-2E81-2FF710E5F178}"/>
                </a:ext>
              </a:extLst>
            </p:cNvPr>
            <p:cNvGrpSpPr/>
            <p:nvPr/>
          </p:nvGrpSpPr>
          <p:grpSpPr>
            <a:xfrm>
              <a:off x="3057525" y="914400"/>
              <a:ext cx="5241034" cy="4684157"/>
              <a:chOff x="2722245" y="914400"/>
              <a:chExt cx="5241034" cy="4684157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EC2C40E2-FB76-D811-520A-84A248F06681}"/>
                  </a:ext>
                </a:extLst>
              </p:cNvPr>
              <p:cNvCxnSpPr/>
              <p:nvPr/>
            </p:nvCxnSpPr>
            <p:spPr>
              <a:xfrm>
                <a:off x="4223655" y="1702524"/>
                <a:ext cx="1062446" cy="0"/>
              </a:xfrm>
              <a:prstGeom prst="straightConnector1">
                <a:avLst/>
              </a:prstGeom>
              <a:ln w="28575" cap="rnd">
                <a:solidFill>
                  <a:srgbClr val="FF0000"/>
                </a:solidFill>
                <a:round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5727D00F-412A-FF24-F903-B91A9F98DDAD}"/>
                  </a:ext>
                </a:extLst>
              </p:cNvPr>
              <p:cNvGrpSpPr/>
              <p:nvPr/>
            </p:nvGrpSpPr>
            <p:grpSpPr>
              <a:xfrm>
                <a:off x="2722245" y="1014552"/>
                <a:ext cx="5172075" cy="4321354"/>
                <a:chOff x="1167765" y="1045031"/>
                <a:chExt cx="5172075" cy="4321354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84D5D3FE-75CF-55C6-F387-C36A59313014}"/>
                    </a:ext>
                  </a:extLst>
                </p:cNvPr>
                <p:cNvCxnSpPr/>
                <p:nvPr/>
              </p:nvCxnSpPr>
              <p:spPr>
                <a:xfrm>
                  <a:off x="2656115" y="1045031"/>
                  <a:ext cx="0" cy="3065417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5B2F9110-A469-B4E3-4702-751F8AA2E92A}"/>
                    </a:ext>
                  </a:extLst>
                </p:cNvPr>
                <p:cNvCxnSpPr/>
                <p:nvPr/>
              </p:nvCxnSpPr>
              <p:spPr>
                <a:xfrm flipH="1">
                  <a:off x="2655027" y="4111265"/>
                  <a:ext cx="3684813" cy="0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2A1E375-BF28-9ADF-CBD1-90DA8CC25E33}"/>
                    </a:ext>
                  </a:extLst>
                </p:cNvPr>
                <p:cNvCxnSpPr/>
                <p:nvPr/>
              </p:nvCxnSpPr>
              <p:spPr>
                <a:xfrm flipV="1">
                  <a:off x="1167765" y="4114258"/>
                  <a:ext cx="1484540" cy="1252127"/>
                </a:xfrm>
                <a:prstGeom prst="line">
                  <a:avLst/>
                </a:prstGeom>
                <a:ln w="28575" cap="rnd">
                  <a:solidFill>
                    <a:schemeClr val="accent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411BD51C-D983-B8E3-D2CD-495E0357DFDC}"/>
                      </a:ext>
                    </a:extLst>
                  </p:cNvPr>
                  <p:cNvSpPr txBox="1"/>
                  <p:nvPr/>
                </p:nvSpPr>
                <p:spPr>
                  <a:xfrm>
                    <a:off x="4145852" y="4124134"/>
                    <a:ext cx="357470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accent1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411BD51C-D983-B8E3-D2CD-495E0357DF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5852" y="4124134"/>
                    <a:ext cx="3574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4138" t="-1667" r="-24138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2356A1E3-27DA-C405-2B36-4ECB7D862D1F}"/>
                      </a:ext>
                    </a:extLst>
                  </p:cNvPr>
                  <p:cNvSpPr txBox="1"/>
                  <p:nvPr/>
                </p:nvSpPr>
                <p:spPr>
                  <a:xfrm>
                    <a:off x="7615428" y="4152900"/>
                    <a:ext cx="347851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2356A1E3-27DA-C405-2B36-4ECB7D862D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5428" y="4152900"/>
                    <a:ext cx="34785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4561" t="-1639" r="-22807" b="-9836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80317FD9-B67C-60E6-3E9A-4D528119CBF3}"/>
                      </a:ext>
                    </a:extLst>
                  </p:cNvPr>
                  <p:cNvSpPr txBox="1"/>
                  <p:nvPr/>
                </p:nvSpPr>
                <p:spPr>
                  <a:xfrm>
                    <a:off x="4328160" y="914400"/>
                    <a:ext cx="33502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80317FD9-B67C-60E6-3E9A-4D528119CB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28160" y="914400"/>
                    <a:ext cx="33502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5926" t="-1639" r="-25926" b="-8197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57C3A3F-26A4-5FF4-BB70-6C68F338FEC6}"/>
                      </a:ext>
                    </a:extLst>
                  </p:cNvPr>
                  <p:cNvSpPr txBox="1"/>
                  <p:nvPr/>
                </p:nvSpPr>
                <p:spPr>
                  <a:xfrm>
                    <a:off x="2830830" y="5229225"/>
                    <a:ext cx="331821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accent1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57C3A3F-26A4-5FF4-BB70-6C68F338FE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30830" y="5229225"/>
                    <a:ext cx="331821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5926" t="-1667" r="-25926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1BE2E83-CEEA-4C84-9B2F-99461ECE73E4}"/>
                      </a:ext>
                    </a:extLst>
                  </p:cNvPr>
                  <p:cNvSpPr txBox="1"/>
                  <p:nvPr/>
                </p:nvSpPr>
                <p:spPr>
                  <a:xfrm>
                    <a:off x="4859655" y="1323975"/>
                    <a:ext cx="245708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1BE2E83-CEEA-4C84-9B2F-99461ECE73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59655" y="1323975"/>
                    <a:ext cx="245708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75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E79290D8-DCC5-09DC-2BF7-1E9CC4E25514}"/>
                    </a:ext>
                  </a:extLst>
                </p:cNvPr>
                <p:cNvSpPr txBox="1"/>
                <p:nvPr/>
              </p:nvSpPr>
              <p:spPr>
                <a:xfrm>
                  <a:off x="4144518" y="1958340"/>
                  <a:ext cx="229362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E79290D8-DCC5-09DC-2BF7-1E9CC4E255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4518" y="1958340"/>
                  <a:ext cx="229362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50000" t="-1639" r="-52632" b="-9836"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BAC6538-5088-5680-5581-9B1E973B6052}"/>
              </a:ext>
            </a:extLst>
          </p:cNvPr>
          <p:cNvGrpSpPr/>
          <p:nvPr/>
        </p:nvGrpSpPr>
        <p:grpSpPr>
          <a:xfrm rot="20675807">
            <a:off x="4876531" y="2478065"/>
            <a:ext cx="1276668" cy="1066545"/>
            <a:chOff x="4324032" y="2886625"/>
            <a:chExt cx="1276668" cy="1066545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4DCD885-4BD6-FF2B-98C1-E6E1FF9189AD}"/>
                </a:ext>
              </a:extLst>
            </p:cNvPr>
            <p:cNvCxnSpPr>
              <a:cxnSpLocks/>
              <a:stCxn id="9" idx="5"/>
            </p:cNvCxnSpPr>
            <p:nvPr/>
          </p:nvCxnSpPr>
          <p:spPr>
            <a:xfrm>
              <a:off x="4507841" y="3070434"/>
              <a:ext cx="1092859" cy="882736"/>
            </a:xfrm>
            <a:prstGeom prst="straightConnector1">
              <a:avLst/>
            </a:prstGeom>
            <a:ln w="28575" cap="rnd">
              <a:solidFill>
                <a:schemeClr val="tx1"/>
              </a:solidFill>
              <a:round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4BC4753-ED5A-ABEB-8B41-B9506AC8A628}"/>
                </a:ext>
              </a:extLst>
            </p:cNvPr>
            <p:cNvSpPr/>
            <p:nvPr/>
          </p:nvSpPr>
          <p:spPr>
            <a:xfrm>
              <a:off x="4324032" y="2886625"/>
              <a:ext cx="215346" cy="215346"/>
            </a:xfrm>
            <a:prstGeom prst="ellipse">
              <a:avLst/>
            </a:prstGeom>
            <a:gradFill flip="none" rotWithShape="1">
              <a:gsLst>
                <a:gs pos="12000">
                  <a:schemeClr val="bg1"/>
                </a:gs>
                <a:gs pos="51000">
                  <a:schemeClr val="accent5">
                    <a:lumMod val="95000"/>
                    <a:lumOff val="5000"/>
                  </a:schemeClr>
                </a:gs>
                <a:gs pos="77000">
                  <a:srgbClr val="1D345D"/>
                </a:gs>
              </a:gsLst>
              <a:path path="circle">
                <a:fillToRect r="100000" b="100000"/>
              </a:path>
              <a:tileRect l="-100000" t="-100000"/>
            </a:gra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1AD44EE-1940-823D-DF55-1F0DD91C8DFD}"/>
              </a:ext>
            </a:extLst>
          </p:cNvPr>
          <p:cNvGrpSpPr/>
          <p:nvPr/>
        </p:nvGrpSpPr>
        <p:grpSpPr>
          <a:xfrm>
            <a:off x="2276856" y="3444864"/>
            <a:ext cx="1048368" cy="983479"/>
            <a:chOff x="2276856" y="3444864"/>
            <a:chExt cx="1048368" cy="983479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009C445-42CD-FC69-5EEE-3BE07C6B04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5911" y="3444864"/>
              <a:ext cx="0" cy="667026"/>
            </a:xfrm>
            <a:prstGeom prst="straightConnector1">
              <a:avLst/>
            </a:prstGeom>
            <a:ln w="38100" cap="rnd">
              <a:solidFill>
                <a:schemeClr val="tx1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9D5C32C-E9AA-2D3F-5AE3-E3491DA03CA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2991711" y="3779522"/>
              <a:ext cx="0" cy="667026"/>
            </a:xfrm>
            <a:prstGeom prst="straightConnector1">
              <a:avLst/>
            </a:prstGeom>
            <a:ln w="38100" cap="rnd">
              <a:solidFill>
                <a:schemeClr val="tx1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CEC1E49-0FA2-8438-A6B8-A8E21C7E5E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6856" y="4110448"/>
              <a:ext cx="378853" cy="317895"/>
            </a:xfrm>
            <a:prstGeom prst="straightConnector1">
              <a:avLst/>
            </a:prstGeom>
            <a:ln w="38100" cap="rnd">
              <a:solidFill>
                <a:schemeClr val="tx1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F38CD48-69EC-CFA0-3EE6-19F53C6F8874}"/>
              </a:ext>
            </a:extLst>
          </p:cNvPr>
          <p:cNvGrpSpPr/>
          <p:nvPr/>
        </p:nvGrpSpPr>
        <p:grpSpPr>
          <a:xfrm>
            <a:off x="3598087" y="3414973"/>
            <a:ext cx="1048368" cy="983479"/>
            <a:chOff x="2276856" y="3444864"/>
            <a:chExt cx="1048368" cy="983479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13D1556-3398-F2C2-4505-7A3D4E1DC1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5911" y="3444864"/>
              <a:ext cx="0" cy="667026"/>
            </a:xfrm>
            <a:prstGeom prst="straightConnector1">
              <a:avLst/>
            </a:prstGeom>
            <a:ln w="38100" cap="rnd">
              <a:solidFill>
                <a:srgbClr val="08088E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27A4A9FE-BA5A-4AA4-8B05-B113A51C775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2991711" y="3779522"/>
              <a:ext cx="0" cy="667026"/>
            </a:xfrm>
            <a:prstGeom prst="straightConnector1">
              <a:avLst/>
            </a:prstGeom>
            <a:ln w="38100" cap="rnd">
              <a:solidFill>
                <a:srgbClr val="08088E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72105C04-F9F9-ADBE-EC4F-28B1FAA7DC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6856" y="4110448"/>
              <a:ext cx="378853" cy="317895"/>
            </a:xfrm>
            <a:prstGeom prst="straightConnector1">
              <a:avLst/>
            </a:prstGeom>
            <a:ln w="38100" cap="rnd">
              <a:solidFill>
                <a:srgbClr val="08088E"/>
              </a:solidFill>
              <a:round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76324FF-0C2C-7B67-3318-DB0137AB6E4F}"/>
                  </a:ext>
                </a:extLst>
              </p:cNvPr>
              <p:cNvSpPr txBox="1"/>
              <p:nvPr/>
            </p:nvSpPr>
            <p:spPr>
              <a:xfrm>
                <a:off x="3093594" y="3709324"/>
                <a:ext cx="24173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76324FF-0C2C-7B67-3318-DB0137AB6E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3594" y="3709324"/>
                <a:ext cx="241733" cy="369332"/>
              </a:xfrm>
              <a:prstGeom prst="rect">
                <a:avLst/>
              </a:prstGeom>
              <a:blipFill>
                <a:blip r:embed="rId13"/>
                <a:stretch>
                  <a:fillRect l="-15000" t="-16393" r="-775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1DF7251-B024-E05C-D944-4E352E00662B}"/>
                  </a:ext>
                </a:extLst>
              </p:cNvPr>
              <p:cNvSpPr txBox="1"/>
              <p:nvPr/>
            </p:nvSpPr>
            <p:spPr>
              <a:xfrm>
                <a:off x="2107745" y="4042710"/>
                <a:ext cx="223266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1DF7251-B024-E05C-D944-4E352E006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745" y="4042710"/>
                <a:ext cx="223266" cy="369332"/>
              </a:xfrm>
              <a:prstGeom prst="rect">
                <a:avLst/>
              </a:prstGeom>
              <a:blipFill>
                <a:blip r:embed="rId14"/>
                <a:stretch>
                  <a:fillRect l="-19444" t="-16393" r="-1305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E3AE221-CD0F-0523-CC90-66833C290F53}"/>
                  </a:ext>
                </a:extLst>
              </p:cNvPr>
              <p:cNvSpPr txBox="1"/>
              <p:nvPr/>
            </p:nvSpPr>
            <p:spPr>
              <a:xfrm>
                <a:off x="2383978" y="3256884"/>
                <a:ext cx="24570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E3AE221-CD0F-0523-CC90-66833C290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78" y="3256884"/>
                <a:ext cx="245708" cy="369332"/>
              </a:xfrm>
              <a:prstGeom prst="rect">
                <a:avLst/>
              </a:prstGeom>
              <a:blipFill>
                <a:blip r:embed="rId15"/>
                <a:stretch>
                  <a:fillRect l="-30000" t="-16393" r="-80000" b="-2459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0E71D4-2D89-6639-317D-BBD324E4A68C}"/>
                  </a:ext>
                </a:extLst>
              </p:cNvPr>
              <p:cNvSpPr txBox="1"/>
              <p:nvPr/>
            </p:nvSpPr>
            <p:spPr>
              <a:xfrm>
                <a:off x="4397013" y="3667940"/>
                <a:ext cx="32188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0E71D4-2D89-6639-317D-BBD324E4A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7013" y="3667940"/>
                <a:ext cx="321883" cy="369332"/>
              </a:xfrm>
              <a:prstGeom prst="rect">
                <a:avLst/>
              </a:prstGeom>
              <a:blipFill>
                <a:blip r:embed="rId16"/>
                <a:stretch>
                  <a:fillRect l="-11321" t="-18333" r="-58491" b="-1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181F2F0-172A-0723-5CD7-AFD21F495469}"/>
                  </a:ext>
                </a:extLst>
              </p:cNvPr>
              <p:cNvSpPr txBox="1"/>
              <p:nvPr/>
            </p:nvSpPr>
            <p:spPr>
              <a:xfrm>
                <a:off x="3328614" y="4121984"/>
                <a:ext cx="303416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181F2F0-172A-0723-5CD7-AFD21F495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614" y="4121984"/>
                <a:ext cx="303416" cy="369332"/>
              </a:xfrm>
              <a:prstGeom prst="rect">
                <a:avLst/>
              </a:prstGeom>
              <a:blipFill>
                <a:blip r:embed="rId17"/>
                <a:stretch>
                  <a:fillRect l="-12000" t="-16393" r="-96000" b="-983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E30F5BE-669A-F146-9710-C6A00BAE7FC6}"/>
                  </a:ext>
                </a:extLst>
              </p:cNvPr>
              <p:cNvSpPr txBox="1"/>
              <p:nvPr/>
            </p:nvSpPr>
            <p:spPr>
              <a:xfrm>
                <a:off x="3649297" y="3244078"/>
                <a:ext cx="32585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E30F5BE-669A-F146-9710-C6A00BAE7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9297" y="3244078"/>
                <a:ext cx="325858" cy="369332"/>
              </a:xfrm>
              <a:prstGeom prst="rect">
                <a:avLst/>
              </a:prstGeom>
              <a:blipFill>
                <a:blip r:embed="rId18"/>
                <a:stretch>
                  <a:fillRect l="-22642" t="-16393" r="-58491" b="-2459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4448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/>
          <p:cNvGrpSpPr/>
          <p:nvPr/>
        </p:nvGrpSpPr>
        <p:grpSpPr>
          <a:xfrm>
            <a:off x="1167765" y="914400"/>
            <a:ext cx="6088380" cy="4684157"/>
            <a:chOff x="1167765" y="914400"/>
            <a:chExt cx="6088380" cy="4684157"/>
          </a:xfrm>
        </p:grpSpPr>
        <p:grpSp>
          <p:nvGrpSpPr>
            <p:cNvPr id="10" name="Group 9"/>
            <p:cNvGrpSpPr/>
            <p:nvPr/>
          </p:nvGrpSpPr>
          <p:grpSpPr>
            <a:xfrm>
              <a:off x="1167765" y="1045031"/>
              <a:ext cx="6088380" cy="4321354"/>
              <a:chOff x="1167765" y="1045031"/>
              <a:chExt cx="6088380" cy="4321354"/>
            </a:xfrm>
          </p:grpSpPr>
          <p:cxnSp>
            <p:nvCxnSpPr>
              <p:cNvPr id="5" name="Straight Connector 4"/>
              <p:cNvCxnSpPr/>
              <p:nvPr/>
            </p:nvCxnSpPr>
            <p:spPr>
              <a:xfrm>
                <a:off x="2656115" y="1045031"/>
                <a:ext cx="0" cy="3065417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/>
              <p:cNvCxnSpPr/>
              <p:nvPr/>
            </p:nvCxnSpPr>
            <p:spPr>
              <a:xfrm flipH="1">
                <a:off x="2655027" y="4111265"/>
                <a:ext cx="4601118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/>
              <p:cNvCxnSpPr/>
              <p:nvPr/>
            </p:nvCxnSpPr>
            <p:spPr>
              <a:xfrm flipV="1">
                <a:off x="1167765" y="4114258"/>
                <a:ext cx="1484540" cy="1252127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2323338" y="3787521"/>
                  <a:ext cx="284822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3338" y="3787521"/>
                  <a:ext cx="284822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23404" r="-23404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6972300" y="4152900"/>
                  <a:ext cx="27520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2300" y="4152900"/>
                  <a:ext cx="275204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6667" r="-22222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2760345" y="914400"/>
                  <a:ext cx="26238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60345" y="914400"/>
                  <a:ext cx="26238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7907" r="-23256"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1287780" y="5229225"/>
                  <a:ext cx="25917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7780" y="5229225"/>
                  <a:ext cx="259174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25581" r="-2558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7" name="Group 36"/>
          <p:cNvGrpSpPr/>
          <p:nvPr/>
        </p:nvGrpSpPr>
        <p:grpSpPr>
          <a:xfrm>
            <a:off x="3057525" y="914400"/>
            <a:ext cx="5241034" cy="4684157"/>
            <a:chOff x="2722245" y="914400"/>
            <a:chExt cx="5241034" cy="4684157"/>
          </a:xfrm>
        </p:grpSpPr>
        <p:cxnSp>
          <p:nvCxnSpPr>
            <p:cNvPr id="16" name="Straight Arrow Connector 15"/>
            <p:cNvCxnSpPr/>
            <p:nvPr/>
          </p:nvCxnSpPr>
          <p:spPr>
            <a:xfrm>
              <a:off x="4223655" y="1702524"/>
              <a:ext cx="1062446" cy="0"/>
            </a:xfrm>
            <a:prstGeom prst="straightConnector1">
              <a:avLst/>
            </a:prstGeom>
            <a:ln w="28575" cap="rnd">
              <a:solidFill>
                <a:schemeClr val="accent6">
                  <a:lumMod val="75000"/>
                </a:schemeClr>
              </a:solidFill>
              <a:round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" name="Group 10"/>
            <p:cNvGrpSpPr/>
            <p:nvPr/>
          </p:nvGrpSpPr>
          <p:grpSpPr>
            <a:xfrm>
              <a:off x="2722245" y="1014552"/>
              <a:ext cx="5172075" cy="4321354"/>
              <a:chOff x="1167765" y="1045031"/>
              <a:chExt cx="5172075" cy="4321354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2656115" y="1045031"/>
                <a:ext cx="0" cy="3065417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 flipH="1">
                <a:off x="2655027" y="4111265"/>
                <a:ext cx="3684813" cy="0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/>
              <p:cNvCxnSpPr/>
              <p:nvPr/>
            </p:nvCxnSpPr>
            <p:spPr>
              <a:xfrm flipV="1">
                <a:off x="1167765" y="4114258"/>
                <a:ext cx="1484540" cy="1252127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3851529" y="3778377"/>
                  <a:ext cx="35747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1529" y="3778377"/>
                  <a:ext cx="35747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4138" t="-1667" r="-24138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7615428" y="4152900"/>
                  <a:ext cx="34785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5428" y="4152900"/>
                  <a:ext cx="347851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22807" t="-1639" r="-24561" b="-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4328160" y="914400"/>
                  <a:ext cx="33502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8160" y="914400"/>
                  <a:ext cx="335027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23636" t="-1639" r="-23636"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2830830" y="5229225"/>
                  <a:ext cx="33182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0830" y="5229225"/>
                  <a:ext cx="331821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3636" t="-1667" r="-25455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4885782" y="1210758"/>
                  <a:ext cx="40229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sz="2400" b="1" i="1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1" i="1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5782" y="1210758"/>
                  <a:ext cx="402290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0606" r="-21212" b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/>
              <p:cNvSpPr txBox="1"/>
              <p:nvPr/>
            </p:nvSpPr>
            <p:spPr>
              <a:xfrm>
                <a:off x="2186178" y="1958340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3" name="TextBox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6178" y="1958340"/>
                <a:ext cx="229362" cy="369332"/>
              </a:xfrm>
              <a:prstGeom prst="rect">
                <a:avLst/>
              </a:prstGeom>
              <a:blipFill>
                <a:blip r:embed="rId17"/>
                <a:stretch>
                  <a:fillRect l="-32432" r="-2973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4144518" y="1958340"/>
                <a:ext cx="2293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24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518" y="1958340"/>
                <a:ext cx="229362" cy="369332"/>
              </a:xfrm>
              <a:prstGeom prst="rect">
                <a:avLst/>
              </a:prstGeom>
              <a:blipFill>
                <a:blip r:embed="rId18"/>
                <a:stretch>
                  <a:fillRect l="-52632" t="-1639" r="-50000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600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Straight Arrow Connector 38"/>
          <p:cNvCxnSpPr/>
          <p:nvPr/>
        </p:nvCxnSpPr>
        <p:spPr>
          <a:xfrm>
            <a:off x="9069213" y="2268944"/>
            <a:ext cx="1260000" cy="0"/>
          </a:xfrm>
          <a:prstGeom prst="straightConnector1">
            <a:avLst/>
          </a:prstGeom>
          <a:ln w="28575" cap="rnd">
            <a:solidFill>
              <a:schemeClr val="accent6">
                <a:lumMod val="75000"/>
                <a:alpha val="50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/>
              <p:cNvSpPr/>
              <p:nvPr/>
            </p:nvSpPr>
            <p:spPr>
              <a:xfrm>
                <a:off x="9490384" y="2226728"/>
                <a:ext cx="44435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400" b="1" i="1" smtClean="0">
                              <a:solidFill>
                                <a:schemeClr val="tx1">
                                  <a:alpha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solidFill>
                                <a:schemeClr val="tx1">
                                  <a:alpha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acc>
                    </m:oMath>
                  </m:oMathPara>
                </a14:m>
                <a:endParaRPr lang="en-US" sz="2400" dirty="0">
                  <a:solidFill>
                    <a:schemeClr val="tx1">
                      <a:alpha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0" name="Rectangle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0384" y="2226728"/>
                <a:ext cx="444352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/>
          <p:cNvCxnSpPr/>
          <p:nvPr/>
        </p:nvCxnSpPr>
        <p:spPr>
          <a:xfrm>
            <a:off x="9071118" y="782663"/>
            <a:ext cx="1260000" cy="0"/>
          </a:xfrm>
          <a:prstGeom prst="straightConnector1">
            <a:avLst/>
          </a:prstGeom>
          <a:ln w="28575" cap="rnd">
            <a:solidFill>
              <a:schemeClr val="tx1"/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/>
          <p:cNvGrpSpPr/>
          <p:nvPr/>
        </p:nvGrpSpPr>
        <p:grpSpPr>
          <a:xfrm>
            <a:off x="556530" y="363974"/>
            <a:ext cx="4354029" cy="988709"/>
            <a:chOff x="864378" y="363974"/>
            <a:chExt cx="4354029" cy="988709"/>
          </a:xfrm>
        </p:grpSpPr>
        <p:cxnSp>
          <p:nvCxnSpPr>
            <p:cNvPr id="2" name="Straight Connector 1"/>
            <p:cNvCxnSpPr/>
            <p:nvPr/>
          </p:nvCxnSpPr>
          <p:spPr>
            <a:xfrm flipH="1">
              <a:off x="1226820" y="1159048"/>
              <a:ext cx="3626901" cy="0"/>
            </a:xfrm>
            <a:prstGeom prst="line">
              <a:avLst/>
            </a:prstGeom>
            <a:ln w="28575" cap="rnd">
              <a:solidFill>
                <a:schemeClr val="tx1"/>
              </a:solidFill>
              <a:round/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/>
                <p:cNvSpPr txBox="1"/>
                <p:nvPr/>
              </p:nvSpPr>
              <p:spPr>
                <a:xfrm>
                  <a:off x="864378" y="983351"/>
                  <a:ext cx="284822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4378" y="983351"/>
                  <a:ext cx="284822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3404" r="-23404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4943203" y="974252"/>
                  <a:ext cx="27520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3203" y="974252"/>
                  <a:ext cx="275204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913" r="-21739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/>
            <p:cNvSpPr/>
            <p:nvPr/>
          </p:nvSpPr>
          <p:spPr>
            <a:xfrm>
              <a:off x="1167674" y="1111159"/>
              <a:ext cx="94706" cy="9470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4BC4753-ED5A-ABEB-8B41-B9506AC8A628}"/>
                </a:ext>
              </a:extLst>
            </p:cNvPr>
            <p:cNvSpPr/>
            <p:nvPr/>
          </p:nvSpPr>
          <p:spPr>
            <a:xfrm>
              <a:off x="3288012" y="780101"/>
              <a:ext cx="215346" cy="215346"/>
            </a:xfrm>
            <a:prstGeom prst="ellipse">
              <a:avLst/>
            </a:prstGeom>
            <a:gradFill flip="none" rotWithShape="1">
              <a:gsLst>
                <a:gs pos="12000">
                  <a:schemeClr val="bg1"/>
                </a:gs>
                <a:gs pos="51000">
                  <a:schemeClr val="accent5">
                    <a:lumMod val="95000"/>
                    <a:lumOff val="5000"/>
                  </a:schemeClr>
                </a:gs>
                <a:gs pos="77000">
                  <a:srgbClr val="1D345D"/>
                </a:gs>
              </a:gsLst>
              <a:path path="circle">
                <a:fillToRect r="100000" b="100000"/>
              </a:path>
              <a:tileRect l="-100000" t="-100000"/>
            </a:gra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/>
                <p:cNvSpPr/>
                <p:nvPr/>
              </p:nvSpPr>
              <p:spPr>
                <a:xfrm>
                  <a:off x="2984809" y="363974"/>
                  <a:ext cx="1022459" cy="46243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lang="en-US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</m:acc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̅"/>
                            <m:ctrlPr>
                              <a:rPr lang="en-US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e>
                        </m:acc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7" name="Rectangle 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84809" y="363974"/>
                  <a:ext cx="1022459" cy="462434"/>
                </a:xfrm>
                <a:prstGeom prst="rect">
                  <a:avLst/>
                </a:prstGeom>
                <a:blipFill>
                  <a:blip r:embed="rId5"/>
                  <a:stretch>
                    <a:fillRect r="-4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/>
                <p:cNvSpPr txBox="1"/>
                <p:nvPr/>
              </p:nvSpPr>
              <p:spPr>
                <a:xfrm>
                  <a:off x="1418082" y="440436"/>
                  <a:ext cx="346710" cy="369332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8" name="TextBox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8082" y="440436"/>
                  <a:ext cx="346710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695" b="-4762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519954" y="1860542"/>
            <a:ext cx="4463253" cy="988709"/>
            <a:chOff x="519954" y="1860542"/>
            <a:chExt cx="4463253" cy="988709"/>
          </a:xfrm>
        </p:grpSpPr>
        <p:cxnSp>
          <p:nvCxnSpPr>
            <p:cNvPr id="19" name="Straight Arrow Connector 18"/>
            <p:cNvCxnSpPr/>
            <p:nvPr/>
          </p:nvCxnSpPr>
          <p:spPr>
            <a:xfrm flipH="1">
              <a:off x="2254647" y="2389340"/>
              <a:ext cx="720000" cy="0"/>
            </a:xfrm>
            <a:prstGeom prst="straightConnector1">
              <a:avLst/>
            </a:prstGeom>
            <a:ln w="28575" cap="rnd">
              <a:solidFill>
                <a:schemeClr val="accent6">
                  <a:lumMod val="75000"/>
                </a:schemeClr>
              </a:solidFill>
              <a:round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918972" y="2655616"/>
              <a:ext cx="3626901" cy="0"/>
            </a:xfrm>
            <a:prstGeom prst="line">
              <a:avLst/>
            </a:prstGeom>
            <a:ln w="28575" cap="rnd">
              <a:solidFill>
                <a:schemeClr val="accent1">
                  <a:lumMod val="75000"/>
                </a:schemeClr>
              </a:solidFill>
              <a:round/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519954" y="2479919"/>
                  <a:ext cx="35747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9954" y="2479919"/>
                  <a:ext cx="357470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22034" t="-1667" r="-23729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/>
                <p:cNvSpPr txBox="1"/>
                <p:nvPr/>
              </p:nvSpPr>
              <p:spPr>
                <a:xfrm>
                  <a:off x="4635355" y="2470820"/>
                  <a:ext cx="347852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5355" y="2470820"/>
                  <a:ext cx="347852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22807" t="-1639" r="-24561" b="-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Oval 13"/>
            <p:cNvSpPr/>
            <p:nvPr/>
          </p:nvSpPr>
          <p:spPr>
            <a:xfrm>
              <a:off x="859826" y="2607727"/>
              <a:ext cx="94706" cy="94706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4BC4753-ED5A-ABEB-8B41-B9506AC8A628}"/>
                </a:ext>
              </a:extLst>
            </p:cNvPr>
            <p:cNvSpPr/>
            <p:nvPr/>
          </p:nvSpPr>
          <p:spPr>
            <a:xfrm>
              <a:off x="2980164" y="2276669"/>
              <a:ext cx="215346" cy="215346"/>
            </a:xfrm>
            <a:prstGeom prst="ellipse">
              <a:avLst/>
            </a:prstGeom>
            <a:gradFill flip="none" rotWithShape="1">
              <a:gsLst>
                <a:gs pos="12000">
                  <a:schemeClr val="bg1"/>
                </a:gs>
                <a:gs pos="51000">
                  <a:schemeClr val="accent5">
                    <a:lumMod val="95000"/>
                    <a:lumOff val="5000"/>
                  </a:schemeClr>
                </a:gs>
                <a:gs pos="77000">
                  <a:srgbClr val="1D345D"/>
                </a:gs>
              </a:gsLst>
              <a:path path="circle">
                <a:fillToRect r="100000" b="100000"/>
              </a:path>
              <a:tileRect l="-100000" t="-100000"/>
            </a:gra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1110234" y="1937004"/>
                  <a:ext cx="346710" cy="369332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2400" b="0" i="0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0234" y="1937004"/>
                  <a:ext cx="346710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13559" r="-16949" b="-806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ctangle 17"/>
                <p:cNvSpPr/>
                <p:nvPr/>
              </p:nvSpPr>
              <p:spPr>
                <a:xfrm>
                  <a:off x="2202743" y="1860542"/>
                  <a:ext cx="816185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en-US" sz="2400" b="1" i="1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1" i="1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Rectangle 1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02743" y="1860542"/>
                  <a:ext cx="816185" cy="461665"/>
                </a:xfrm>
                <a:prstGeom prst="rect">
                  <a:avLst/>
                </a:prstGeom>
                <a:blipFill>
                  <a:blip r:embed="rId10"/>
                  <a:stretch>
                    <a:fillRect r="-26866" b="-13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2" name="Straight Connector 21"/>
          <p:cNvCxnSpPr/>
          <p:nvPr/>
        </p:nvCxnSpPr>
        <p:spPr>
          <a:xfrm flipH="1">
            <a:off x="6792468" y="1160064"/>
            <a:ext cx="3626901" cy="0"/>
          </a:xfrm>
          <a:prstGeom prst="line">
            <a:avLst/>
          </a:prstGeom>
          <a:ln w="28575" cap="rnd">
            <a:solidFill>
              <a:schemeClr val="tx1"/>
            </a:solidFill>
            <a:round/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6430026" y="984367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0026" y="984367"/>
                <a:ext cx="284822" cy="369332"/>
              </a:xfrm>
              <a:prstGeom prst="rect">
                <a:avLst/>
              </a:prstGeom>
              <a:blipFill>
                <a:blip r:embed="rId11"/>
                <a:stretch>
                  <a:fillRect l="-25532" r="-21277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10508851" y="975268"/>
                <a:ext cx="27520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8851" y="975268"/>
                <a:ext cx="275204" cy="369332"/>
              </a:xfrm>
              <a:prstGeom prst="rect">
                <a:avLst/>
              </a:prstGeom>
              <a:blipFill>
                <a:blip r:embed="rId12"/>
                <a:stretch>
                  <a:fillRect l="-26667" r="-22222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/>
          <p:cNvSpPr/>
          <p:nvPr/>
        </p:nvSpPr>
        <p:spPr>
          <a:xfrm>
            <a:off x="6733322" y="1112175"/>
            <a:ext cx="94706" cy="9470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4BC4753-ED5A-ABEB-8B41-B9506AC8A628}"/>
              </a:ext>
            </a:extLst>
          </p:cNvPr>
          <p:cNvSpPr/>
          <p:nvPr/>
        </p:nvSpPr>
        <p:spPr>
          <a:xfrm>
            <a:off x="8853660" y="671389"/>
            <a:ext cx="215346" cy="215346"/>
          </a:xfrm>
          <a:prstGeom prst="ellipse">
            <a:avLst/>
          </a:prstGeom>
          <a:gradFill flip="none" rotWithShape="1">
            <a:gsLst>
              <a:gs pos="12000">
                <a:schemeClr val="bg1"/>
              </a:gs>
              <a:gs pos="51000">
                <a:schemeClr val="accent5">
                  <a:lumMod val="95000"/>
                  <a:lumOff val="5000"/>
                </a:schemeClr>
              </a:gs>
              <a:gs pos="77000">
                <a:srgbClr val="1D345D"/>
              </a:gs>
            </a:gsLst>
            <a:path path="circle">
              <a:fillToRect r="100000" b="100000"/>
            </a:path>
            <a:tileRect l="-100000" t="-100000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/>
              <p:cNvSpPr/>
              <p:nvPr/>
            </p:nvSpPr>
            <p:spPr>
              <a:xfrm>
                <a:off x="9492289" y="267417"/>
                <a:ext cx="44435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2289" y="267417"/>
                <a:ext cx="444352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6983730" y="441452"/>
                <a:ext cx="346710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3730" y="441452"/>
                <a:ext cx="346710" cy="369332"/>
              </a:xfrm>
              <a:prstGeom prst="rect">
                <a:avLst/>
              </a:prstGeom>
              <a:blipFill>
                <a:blip r:embed="rId14"/>
                <a:stretch>
                  <a:fillRect l="-1695" b="-476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/>
          <p:cNvCxnSpPr/>
          <p:nvPr/>
        </p:nvCxnSpPr>
        <p:spPr>
          <a:xfrm flipH="1">
            <a:off x="8128143" y="2268944"/>
            <a:ext cx="720000" cy="0"/>
          </a:xfrm>
          <a:prstGeom prst="straightConnector1">
            <a:avLst/>
          </a:prstGeom>
          <a:ln w="28575" cap="rnd">
            <a:solidFill>
              <a:schemeClr val="accent6">
                <a:lumMod val="75000"/>
                <a:alpha val="50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H="1">
            <a:off x="6792468" y="2656632"/>
            <a:ext cx="3626901" cy="0"/>
          </a:xfrm>
          <a:prstGeom prst="line">
            <a:avLst/>
          </a:prstGeom>
          <a:ln w="28575" cap="rnd">
            <a:solidFill>
              <a:schemeClr val="accent1">
                <a:lumMod val="75000"/>
              </a:schemeClr>
            </a:solidFill>
            <a:round/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6393450" y="2480935"/>
                <a:ext cx="35747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3450" y="2480935"/>
                <a:ext cx="357470" cy="369332"/>
              </a:xfrm>
              <a:prstGeom prst="rect">
                <a:avLst/>
              </a:prstGeom>
              <a:blipFill>
                <a:blip r:embed="rId15"/>
                <a:stretch>
                  <a:fillRect l="-24138" t="-1639" r="-24138"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/>
              <p:cNvSpPr txBox="1"/>
              <p:nvPr/>
            </p:nvSpPr>
            <p:spPr>
              <a:xfrm>
                <a:off x="10508851" y="2471836"/>
                <a:ext cx="34785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8851" y="2471836"/>
                <a:ext cx="347852" cy="369332"/>
              </a:xfrm>
              <a:prstGeom prst="rect">
                <a:avLst/>
              </a:prstGeom>
              <a:blipFill>
                <a:blip r:embed="rId16"/>
                <a:stretch>
                  <a:fillRect l="-24561" t="-1639" r="-22807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/>
          <p:cNvSpPr/>
          <p:nvPr/>
        </p:nvSpPr>
        <p:spPr>
          <a:xfrm>
            <a:off x="6733322" y="2608743"/>
            <a:ext cx="94706" cy="94706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4BC4753-ED5A-ABEB-8B41-B9506AC8A628}"/>
              </a:ext>
            </a:extLst>
          </p:cNvPr>
          <p:cNvSpPr/>
          <p:nvPr/>
        </p:nvSpPr>
        <p:spPr>
          <a:xfrm>
            <a:off x="8853660" y="2158813"/>
            <a:ext cx="215346" cy="215346"/>
          </a:xfrm>
          <a:prstGeom prst="ellipse">
            <a:avLst/>
          </a:prstGeom>
          <a:gradFill flip="none" rotWithShape="1">
            <a:gsLst>
              <a:gs pos="12000">
                <a:schemeClr val="bg1"/>
              </a:gs>
              <a:gs pos="51000">
                <a:schemeClr val="accent5">
                  <a:lumMod val="95000"/>
                  <a:lumOff val="5000"/>
                </a:schemeClr>
              </a:gs>
              <a:gs pos="77000">
                <a:srgbClr val="1D345D"/>
              </a:gs>
            </a:gsLst>
            <a:path path="circle">
              <a:fillToRect r="100000" b="100000"/>
            </a:path>
            <a:tileRect l="-100000" t="-100000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/>
              <p:cNvSpPr txBox="1"/>
              <p:nvPr/>
            </p:nvSpPr>
            <p:spPr>
              <a:xfrm>
                <a:off x="6983730" y="1938020"/>
                <a:ext cx="346710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2400" b="0" i="0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3730" y="1938020"/>
                <a:ext cx="346710" cy="369332"/>
              </a:xfrm>
              <a:prstGeom prst="rect">
                <a:avLst/>
              </a:prstGeom>
              <a:blipFill>
                <a:blip r:embed="rId17"/>
                <a:stretch>
                  <a:fillRect l="-15254" r="-15254" b="-634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/>
              <p:cNvSpPr/>
              <p:nvPr/>
            </p:nvSpPr>
            <p:spPr>
              <a:xfrm>
                <a:off x="8135929" y="2226728"/>
                <a:ext cx="81618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  <a:alpha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  <a:alpha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sz="2400" b="1" i="1">
                                  <a:solidFill>
                                    <a:schemeClr val="accent6">
                                      <a:lumMod val="75000"/>
                                      <a:alpha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1" i="1">
                                  <a:solidFill>
                                    <a:schemeClr val="accent6">
                                      <a:lumMod val="75000"/>
                                      <a:alpha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  <a:alpha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  <a:alpha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7" name="Rectangle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929" y="2226728"/>
                <a:ext cx="816185" cy="461665"/>
              </a:xfrm>
              <a:prstGeom prst="rect">
                <a:avLst/>
              </a:prstGeom>
              <a:blipFill>
                <a:blip r:embed="rId18"/>
                <a:stretch>
                  <a:fillRect r="-26119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/>
          <p:nvPr/>
        </p:nvCxnSpPr>
        <p:spPr>
          <a:xfrm>
            <a:off x="8737743" y="2044154"/>
            <a:ext cx="540000" cy="0"/>
          </a:xfrm>
          <a:prstGeom prst="straightConnector1">
            <a:avLst/>
          </a:prstGeom>
          <a:ln w="28575" cap="rnd">
            <a:solidFill>
              <a:schemeClr val="accent1">
                <a:lumMod val="75000"/>
              </a:schemeClr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/>
              <p:cNvSpPr/>
              <p:nvPr/>
            </p:nvSpPr>
            <p:spPr>
              <a:xfrm>
                <a:off x="8705524" y="1579028"/>
                <a:ext cx="52450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400" b="1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2" name="Rectangle 4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5524" y="1579028"/>
                <a:ext cx="524503" cy="46166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561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20">
            <a:extLst>
              <a:ext uri="{FF2B5EF4-FFF2-40B4-BE49-F238E27FC236}">
                <a16:creationId xmlns:a16="http://schemas.microsoft.com/office/drawing/2014/main" id="{19BBF73A-1360-1921-CC85-2D186624CAF9}"/>
              </a:ext>
            </a:extLst>
          </p:cNvPr>
          <p:cNvSpPr/>
          <p:nvPr/>
        </p:nvSpPr>
        <p:spPr>
          <a:xfrm rot="16200000" flipH="1">
            <a:off x="2201633" y="1862288"/>
            <a:ext cx="5040777" cy="3538539"/>
          </a:xfrm>
          <a:prstGeom prst="parallelogram">
            <a:avLst>
              <a:gd name="adj" fmla="val 60355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A023B467-90D9-9935-413E-A6C672B3113A}"/>
              </a:ext>
            </a:extLst>
          </p:cNvPr>
          <p:cNvSpPr/>
          <p:nvPr/>
        </p:nvSpPr>
        <p:spPr>
          <a:xfrm>
            <a:off x="1956123" y="1111170"/>
            <a:ext cx="5544272" cy="2129741"/>
          </a:xfrm>
          <a:prstGeom prst="parallelogram">
            <a:avLst>
              <a:gd name="adj" fmla="val 88587"/>
            </a:avLst>
          </a:prstGeom>
          <a:solidFill>
            <a:schemeClr val="tx1">
              <a:lumMod val="75000"/>
              <a:lumOff val="2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B8A17A6-B1CD-6B8D-DBB6-7764FB1D82F5}"/>
              </a:ext>
            </a:extLst>
          </p:cNvPr>
          <p:cNvGrpSpPr/>
          <p:nvPr/>
        </p:nvGrpSpPr>
        <p:grpSpPr>
          <a:xfrm rot="20552324">
            <a:off x="2830010" y="1353514"/>
            <a:ext cx="3808070" cy="1645052"/>
            <a:chOff x="1927184" y="4079352"/>
            <a:chExt cx="3808070" cy="1645052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9A0EE1A-2AAF-4DFB-59AA-82BCCFE6BF1A}"/>
                </a:ext>
              </a:extLst>
            </p:cNvPr>
            <p:cNvSpPr/>
            <p:nvPr/>
          </p:nvSpPr>
          <p:spPr>
            <a:xfrm>
              <a:off x="1927184" y="4079352"/>
              <a:ext cx="3808070" cy="1645052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06EB51D-E9E4-E7E7-F0C7-665AFB8125AC}"/>
                </a:ext>
              </a:extLst>
            </p:cNvPr>
            <p:cNvCxnSpPr>
              <a:cxnSpLocks/>
            </p:cNvCxnSpPr>
            <p:nvPr/>
          </p:nvCxnSpPr>
          <p:spPr>
            <a:xfrm rot="1047676" flipH="1">
              <a:off x="2287554" y="4664820"/>
              <a:ext cx="1446501" cy="869761"/>
            </a:xfrm>
            <a:prstGeom prst="straightConnector1">
              <a:avLst/>
            </a:prstGeom>
            <a:ln w="28575" cap="rnd">
              <a:solidFill>
                <a:schemeClr val="tx1">
                  <a:lumMod val="65000"/>
                  <a:lumOff val="35000"/>
                </a:schemeClr>
              </a:solidFill>
              <a:round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23F73A3-074A-4701-7996-040998654143}"/>
              </a:ext>
            </a:extLst>
          </p:cNvPr>
          <p:cNvCxnSpPr>
            <a:cxnSpLocks/>
          </p:cNvCxnSpPr>
          <p:nvPr/>
        </p:nvCxnSpPr>
        <p:spPr>
          <a:xfrm flipV="1">
            <a:off x="4729625" y="393539"/>
            <a:ext cx="0" cy="4479403"/>
          </a:xfrm>
          <a:prstGeom prst="straightConnector1">
            <a:avLst/>
          </a:prstGeom>
          <a:ln w="25400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09ADAC3-7290-DB57-4A40-E2DDC6AAEC66}"/>
              </a:ext>
            </a:extLst>
          </p:cNvPr>
          <p:cNvCxnSpPr>
            <a:cxnSpLocks/>
          </p:cNvCxnSpPr>
          <p:nvPr/>
        </p:nvCxnSpPr>
        <p:spPr>
          <a:xfrm flipV="1">
            <a:off x="4734045" y="1588635"/>
            <a:ext cx="0" cy="587405"/>
          </a:xfrm>
          <a:prstGeom prst="straightConnector1">
            <a:avLst/>
          </a:prstGeom>
          <a:ln w="28575" cap="rnd">
            <a:solidFill>
              <a:schemeClr val="tx1"/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53F8EEE-D372-75ED-D5A1-8C937F736E3A}"/>
              </a:ext>
            </a:extLst>
          </p:cNvPr>
          <p:cNvSpPr/>
          <p:nvPr/>
        </p:nvSpPr>
        <p:spPr>
          <a:xfrm>
            <a:off x="4410075" y="4467225"/>
            <a:ext cx="669131" cy="504825"/>
          </a:xfrm>
          <a:custGeom>
            <a:avLst/>
            <a:gdLst>
              <a:gd name="csX0" fmla="*/ 0 w 669131"/>
              <a:gd name="csY0" fmla="*/ 0 h 504825"/>
              <a:gd name="csX1" fmla="*/ 435769 w 669131"/>
              <a:gd name="csY1" fmla="*/ 121444 h 504825"/>
              <a:gd name="csX2" fmla="*/ 669131 w 669131"/>
              <a:gd name="csY2" fmla="*/ 504825 h 5048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69131" h="504825">
                <a:moveTo>
                  <a:pt x="0" y="0"/>
                </a:moveTo>
                <a:lnTo>
                  <a:pt x="435769" y="121444"/>
                </a:lnTo>
                <a:lnTo>
                  <a:pt x="669131" y="504825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C3A5374-1037-A398-8487-A344ED5AB1CF}"/>
              </a:ext>
            </a:extLst>
          </p:cNvPr>
          <p:cNvSpPr/>
          <p:nvPr/>
        </p:nvSpPr>
        <p:spPr>
          <a:xfrm>
            <a:off x="4729163" y="4417219"/>
            <a:ext cx="402431" cy="561975"/>
          </a:xfrm>
          <a:custGeom>
            <a:avLst/>
            <a:gdLst>
              <a:gd name="csX0" fmla="*/ 402431 w 402431"/>
              <a:gd name="csY0" fmla="*/ 561975 h 561975"/>
              <a:gd name="csX1" fmla="*/ 402431 w 402431"/>
              <a:gd name="csY1" fmla="*/ 107156 h 561975"/>
              <a:gd name="csX2" fmla="*/ 0 w 402431"/>
              <a:gd name="csY2" fmla="*/ 0 h 561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02431" h="561975">
                <a:moveTo>
                  <a:pt x="402431" y="561975"/>
                </a:moveTo>
                <a:lnTo>
                  <a:pt x="402431" y="107156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27DC983-554D-5180-378C-A40DFEE09A59}"/>
              </a:ext>
            </a:extLst>
          </p:cNvPr>
          <p:cNvCxnSpPr>
            <a:cxnSpLocks/>
          </p:cNvCxnSpPr>
          <p:nvPr/>
        </p:nvCxnSpPr>
        <p:spPr>
          <a:xfrm>
            <a:off x="4731212" y="4869767"/>
            <a:ext cx="1117138" cy="318183"/>
          </a:xfrm>
          <a:prstGeom prst="straightConnector1">
            <a:avLst/>
          </a:prstGeom>
          <a:ln w="28575" cap="rnd">
            <a:solidFill>
              <a:schemeClr val="tx1"/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66769A3-C059-501D-36F8-0D6C7BA5470F}"/>
              </a:ext>
            </a:extLst>
          </p:cNvPr>
          <p:cNvCxnSpPr/>
          <p:nvPr/>
        </p:nvCxnSpPr>
        <p:spPr>
          <a:xfrm flipV="1">
            <a:off x="4732116" y="3402957"/>
            <a:ext cx="0" cy="1469985"/>
          </a:xfrm>
          <a:prstGeom prst="straightConnector1">
            <a:avLst/>
          </a:prstGeom>
          <a:ln w="28575" cap="rnd">
            <a:solidFill>
              <a:schemeClr val="tx1"/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6C8BEB-80AC-8FCC-730E-B751F1D7D9B5}"/>
              </a:ext>
            </a:extLst>
          </p:cNvPr>
          <p:cNvCxnSpPr>
            <a:cxnSpLocks/>
          </p:cNvCxnSpPr>
          <p:nvPr/>
        </p:nvCxnSpPr>
        <p:spPr>
          <a:xfrm flipH="1" flipV="1">
            <a:off x="3275492" y="3066285"/>
            <a:ext cx="1456624" cy="1806657"/>
          </a:xfrm>
          <a:prstGeom prst="straightConnector1">
            <a:avLst/>
          </a:prstGeom>
          <a:ln w="28575" cap="rnd">
            <a:solidFill>
              <a:schemeClr val="tx1"/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5681D85-41F8-D122-E556-962165D3A76E}"/>
              </a:ext>
            </a:extLst>
          </p:cNvPr>
          <p:cNvCxnSpPr>
            <a:cxnSpLocks/>
          </p:cNvCxnSpPr>
          <p:nvPr/>
        </p:nvCxnSpPr>
        <p:spPr>
          <a:xfrm>
            <a:off x="3287544" y="3069460"/>
            <a:ext cx="1117138" cy="318183"/>
          </a:xfrm>
          <a:prstGeom prst="straightConnector1">
            <a:avLst/>
          </a:prstGeom>
          <a:ln w="28575" cap="rnd">
            <a:solidFill>
              <a:schemeClr val="tx1"/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8A33718-43F3-1AB0-5B28-BEF2FDD6F898}"/>
              </a:ext>
            </a:extLst>
          </p:cNvPr>
          <p:cNvCxnSpPr/>
          <p:nvPr/>
        </p:nvCxnSpPr>
        <p:spPr>
          <a:xfrm flipV="1">
            <a:off x="3280222" y="1588635"/>
            <a:ext cx="0" cy="1469985"/>
          </a:xfrm>
          <a:prstGeom prst="straightConnector1">
            <a:avLst/>
          </a:prstGeom>
          <a:ln w="28575" cap="rnd">
            <a:solidFill>
              <a:schemeClr val="tx1"/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530EE79-8043-D11B-0882-A8DB7B881723}"/>
              </a:ext>
            </a:extLst>
          </p:cNvPr>
          <p:cNvCxnSpPr>
            <a:cxnSpLocks/>
          </p:cNvCxnSpPr>
          <p:nvPr/>
        </p:nvCxnSpPr>
        <p:spPr>
          <a:xfrm flipV="1">
            <a:off x="3282619" y="2564608"/>
            <a:ext cx="801225" cy="485803"/>
          </a:xfrm>
          <a:prstGeom prst="straightConnector1">
            <a:avLst/>
          </a:prstGeom>
          <a:ln w="28575" cap="rnd">
            <a:solidFill>
              <a:schemeClr val="tx1"/>
            </a:solidFill>
            <a:round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69049BF4-76C4-D375-8ADE-AF69D28A232E}"/>
              </a:ext>
            </a:extLst>
          </p:cNvPr>
          <p:cNvSpPr/>
          <p:nvPr/>
        </p:nvSpPr>
        <p:spPr>
          <a:xfrm>
            <a:off x="3229422" y="3014170"/>
            <a:ext cx="94706" cy="94706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8874F11-6EFE-3D01-CB75-990D9D573461}"/>
                  </a:ext>
                </a:extLst>
              </p:cNvPr>
              <p:cNvSpPr txBox="1"/>
              <p:nvPr/>
            </p:nvSpPr>
            <p:spPr>
              <a:xfrm>
                <a:off x="4812956" y="3622939"/>
                <a:ext cx="246862" cy="308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l-GR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l-GR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𝛀</m:t>
                          </m:r>
                        </m:e>
                      </m:acc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8874F11-6EFE-3D01-CB75-990D9D573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2956" y="3622939"/>
                <a:ext cx="246862" cy="308611"/>
              </a:xfrm>
              <a:prstGeom prst="rect">
                <a:avLst/>
              </a:prstGeom>
              <a:blipFill>
                <a:blip r:embed="rId2"/>
                <a:stretch>
                  <a:fillRect l="-25000" r="-30000" b="-784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4B89449-3641-E503-C155-4314A3D95F25}"/>
                  </a:ext>
                </a:extLst>
              </p:cNvPr>
              <p:cNvSpPr txBox="1"/>
              <p:nvPr/>
            </p:nvSpPr>
            <p:spPr>
              <a:xfrm>
                <a:off x="2924151" y="1488793"/>
                <a:ext cx="246862" cy="308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l-GR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l-GR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𝛀</m:t>
                          </m:r>
                        </m:e>
                      </m:acc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4B89449-3641-E503-C155-4314A3D95F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4151" y="1488793"/>
                <a:ext cx="246862" cy="308611"/>
              </a:xfrm>
              <a:prstGeom prst="rect">
                <a:avLst/>
              </a:prstGeom>
              <a:blipFill>
                <a:blip r:embed="rId3"/>
                <a:stretch>
                  <a:fillRect l="-25000" r="-30000" b="-784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9F7DA76-3B2C-0820-D2B7-84272597D436}"/>
                  </a:ext>
                </a:extLst>
              </p:cNvPr>
              <p:cNvSpPr txBox="1"/>
              <p:nvPr/>
            </p:nvSpPr>
            <p:spPr>
              <a:xfrm>
                <a:off x="4813911" y="1427833"/>
                <a:ext cx="22442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</m:acc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9F7DA76-3B2C-0820-D2B7-84272597D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3911" y="1427833"/>
                <a:ext cx="224420" cy="307777"/>
              </a:xfrm>
              <a:prstGeom prst="rect">
                <a:avLst/>
              </a:prstGeom>
              <a:blipFill>
                <a:blip r:embed="rId4"/>
                <a:stretch>
                  <a:fillRect l="-30556" t="-23529" r="-6388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D80D33F-E391-1A7A-5F3E-A76543434E33}"/>
                  </a:ext>
                </a:extLst>
              </p:cNvPr>
              <p:cNvSpPr txBox="1"/>
              <p:nvPr/>
            </p:nvSpPr>
            <p:spPr>
              <a:xfrm>
                <a:off x="3668267" y="3856524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D80D33F-E391-1A7A-5F3E-A76543434E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267" y="3856524"/>
                <a:ext cx="195566" cy="307777"/>
              </a:xfrm>
              <a:prstGeom prst="rect">
                <a:avLst/>
              </a:prstGeom>
              <a:blipFill>
                <a:blip r:embed="rId5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E0C1E1B-1B4B-2069-DD35-37DA57E7BE98}"/>
                  </a:ext>
                </a:extLst>
              </p:cNvPr>
              <p:cNvSpPr txBox="1"/>
              <p:nvPr/>
            </p:nvSpPr>
            <p:spPr>
              <a:xfrm rot="846057">
                <a:off x="3706528" y="3324110"/>
                <a:ext cx="681469" cy="308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l-GR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l-GR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𝛀</m:t>
                          </m:r>
                        </m:e>
                      </m:acc>
                      <m:r>
                        <a:rPr lang="el-G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E0C1E1B-1B4B-2069-DD35-37DA57E7B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846057">
                <a:off x="3706528" y="3324110"/>
                <a:ext cx="681469" cy="308611"/>
              </a:xfrm>
              <a:prstGeom prst="rect">
                <a:avLst/>
              </a:prstGeom>
              <a:blipFill>
                <a:blip r:embed="rId6"/>
                <a:stretch>
                  <a:fillRect l="-8197" r="-38525" b="-259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2D0485D-0D4A-675A-909F-274AD52EB57B}"/>
                  </a:ext>
                </a:extLst>
              </p:cNvPr>
              <p:cNvSpPr txBox="1"/>
              <p:nvPr/>
            </p:nvSpPr>
            <p:spPr>
              <a:xfrm rot="19732310">
                <a:off x="3315711" y="2197027"/>
                <a:ext cx="1380250" cy="308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l-GR" sz="2000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l-GR" sz="2000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𝛀</m:t>
                          </m:r>
                        </m:e>
                      </m:acc>
                      <m:r>
                        <a:rPr lang="el-G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IN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IN" sz="20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N" sz="20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𝛀</m:t>
                              </m:r>
                            </m:e>
                          </m:acc>
                          <m:r>
                            <a:rPr lang="en-IN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̅"/>
                              <m:ctrlPr>
                                <a:rPr lang="en-IN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N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2D0485D-0D4A-675A-909F-274AD52EB5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732310">
                <a:off x="3315711" y="2197027"/>
                <a:ext cx="1380250" cy="308611"/>
              </a:xfrm>
              <a:prstGeom prst="rect">
                <a:avLst/>
              </a:prstGeom>
              <a:blipFill>
                <a:blip r:embed="rId7"/>
                <a:stretch>
                  <a:fillRect l="-2262" t="-6211" r="-5882" b="-434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14F960B-089C-CF1F-B392-E41E2766AB2E}"/>
                  </a:ext>
                </a:extLst>
              </p:cNvPr>
              <p:cNvSpPr txBox="1"/>
              <p:nvPr/>
            </p:nvSpPr>
            <p:spPr>
              <a:xfrm rot="846057">
                <a:off x="5167494" y="5130082"/>
                <a:ext cx="681469" cy="308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l-GR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l-GR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𝛀</m:t>
                          </m:r>
                        </m:e>
                      </m:acc>
                      <m:r>
                        <a:rPr lang="el-G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14F960B-089C-CF1F-B392-E41E2766AB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846057">
                <a:off x="5167494" y="5130082"/>
                <a:ext cx="681469" cy="308611"/>
              </a:xfrm>
              <a:prstGeom prst="rect">
                <a:avLst/>
              </a:prstGeom>
              <a:blipFill>
                <a:blip r:embed="rId8"/>
                <a:stretch>
                  <a:fillRect l="-8264" r="-38843" b="-12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3198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D8D949B-BD1E-58F7-E3BE-A83A505B97F1}"/>
              </a:ext>
            </a:extLst>
          </p:cNvPr>
          <p:cNvCxnSpPr>
            <a:cxnSpLocks/>
            <a:stCxn id="13" idx="4"/>
          </p:cNvCxnSpPr>
          <p:nvPr/>
        </p:nvCxnSpPr>
        <p:spPr>
          <a:xfrm>
            <a:off x="6096000" y="1616510"/>
            <a:ext cx="0" cy="3737089"/>
          </a:xfrm>
          <a:prstGeom prst="line">
            <a:avLst/>
          </a:prstGeom>
          <a:ln w="9525">
            <a:solidFill>
              <a:srgbClr val="0808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D8EACE9-9368-1F45-29D4-E502A5AE13DA}"/>
              </a:ext>
            </a:extLst>
          </p:cNvPr>
          <p:cNvCxnSpPr>
            <a:cxnSpLocks/>
          </p:cNvCxnSpPr>
          <p:nvPr/>
        </p:nvCxnSpPr>
        <p:spPr>
          <a:xfrm>
            <a:off x="4918686" y="1502720"/>
            <a:ext cx="1177331" cy="3850879"/>
          </a:xfrm>
          <a:prstGeom prst="line">
            <a:avLst/>
          </a:prstGeom>
          <a:ln w="9525">
            <a:solidFill>
              <a:srgbClr val="0808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EF1B371-725C-840F-7FD2-DFC7BD0778B7}"/>
              </a:ext>
            </a:extLst>
          </p:cNvPr>
          <p:cNvCxnSpPr>
            <a:cxnSpLocks/>
          </p:cNvCxnSpPr>
          <p:nvPr/>
        </p:nvCxnSpPr>
        <p:spPr>
          <a:xfrm>
            <a:off x="3495421" y="1505038"/>
            <a:ext cx="2593951" cy="3845689"/>
          </a:xfrm>
          <a:prstGeom prst="line">
            <a:avLst/>
          </a:prstGeom>
          <a:ln w="9525">
            <a:solidFill>
              <a:srgbClr val="0808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29A690E-163C-3D1E-9097-6AA6A8B55AE9}"/>
              </a:ext>
            </a:extLst>
          </p:cNvPr>
          <p:cNvCxnSpPr>
            <a:cxnSpLocks/>
          </p:cNvCxnSpPr>
          <p:nvPr/>
        </p:nvCxnSpPr>
        <p:spPr>
          <a:xfrm>
            <a:off x="1348529" y="1514070"/>
            <a:ext cx="4740842" cy="3839059"/>
          </a:xfrm>
          <a:prstGeom prst="line">
            <a:avLst/>
          </a:prstGeom>
          <a:ln w="9525">
            <a:solidFill>
              <a:srgbClr val="0808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68A54B1-5644-C311-6C44-FA18B234DF05}"/>
              </a:ext>
            </a:extLst>
          </p:cNvPr>
          <p:cNvSpPr/>
          <p:nvPr/>
        </p:nvSpPr>
        <p:spPr>
          <a:xfrm rot="2040000">
            <a:off x="4903176" y="1514298"/>
            <a:ext cx="120854" cy="143233"/>
          </a:xfrm>
          <a:custGeom>
            <a:avLst/>
            <a:gdLst>
              <a:gd name="csX0" fmla="*/ 120854 w 120854"/>
              <a:gd name="csY0" fmla="*/ 143233 h 143233"/>
              <a:gd name="csX1" fmla="*/ 0 w 120854"/>
              <a:gd name="csY1" fmla="*/ 0 h 14323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0854" h="143233">
                <a:moveTo>
                  <a:pt x="120854" y="143233"/>
                </a:moveTo>
                <a:cubicBezTo>
                  <a:pt x="-2443" y="12263"/>
                  <a:pt x="28243" y="29242"/>
                  <a:pt x="0" y="0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A4406D3-2793-1D52-BAB9-05112D7D1ED3}"/>
              </a:ext>
            </a:extLst>
          </p:cNvPr>
          <p:cNvSpPr/>
          <p:nvPr/>
        </p:nvSpPr>
        <p:spPr>
          <a:xfrm rot="1248557">
            <a:off x="3688676" y="1521754"/>
            <a:ext cx="368303" cy="590999"/>
          </a:xfrm>
          <a:custGeom>
            <a:avLst/>
            <a:gdLst>
              <a:gd name="csX0" fmla="*/ 368303 w 368303"/>
              <a:gd name="csY0" fmla="*/ 590999 h 590999"/>
              <a:gd name="csX1" fmla="*/ 0 w 368303"/>
              <a:gd name="csY1" fmla="*/ 0 h 59099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68303" h="590999">
                <a:moveTo>
                  <a:pt x="368303" y="590999"/>
                </a:moveTo>
                <a:cubicBezTo>
                  <a:pt x="245006" y="460029"/>
                  <a:pt x="71782" y="264126"/>
                  <a:pt x="0" y="0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75A13A39-7599-2EEC-9857-4286FB6C6ADC}"/>
              </a:ext>
            </a:extLst>
          </p:cNvPr>
          <p:cNvSpPr/>
          <p:nvPr/>
        </p:nvSpPr>
        <p:spPr>
          <a:xfrm>
            <a:off x="2631077" y="1504950"/>
            <a:ext cx="467722" cy="1419225"/>
          </a:xfrm>
          <a:custGeom>
            <a:avLst/>
            <a:gdLst>
              <a:gd name="csX0" fmla="*/ 467722 w 467722"/>
              <a:gd name="csY0" fmla="*/ 1419225 h 1419225"/>
              <a:gd name="csX1" fmla="*/ 44653 w 467722"/>
              <a:gd name="csY1" fmla="*/ 670720 h 1419225"/>
              <a:gd name="csX2" fmla="*/ 23222 w 467722"/>
              <a:gd name="csY2" fmla="*/ 0 h 1419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67722" h="1419225">
                <a:moveTo>
                  <a:pt x="467722" y="1419225"/>
                </a:moveTo>
                <a:cubicBezTo>
                  <a:pt x="344425" y="1288255"/>
                  <a:pt x="112386" y="964408"/>
                  <a:pt x="44653" y="670720"/>
                </a:cubicBezTo>
                <a:cubicBezTo>
                  <a:pt x="-23080" y="377032"/>
                  <a:pt x="467" y="127793"/>
                  <a:pt x="23222" y="0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ECE0B54-AB2A-E23C-648B-C1C27A734C64}"/>
              </a:ext>
            </a:extLst>
          </p:cNvPr>
          <p:cNvCxnSpPr>
            <a:cxnSpLocks/>
          </p:cNvCxnSpPr>
          <p:nvPr/>
        </p:nvCxnSpPr>
        <p:spPr>
          <a:xfrm>
            <a:off x="1284514" y="1511219"/>
            <a:ext cx="4814661" cy="0"/>
          </a:xfrm>
          <a:prstGeom prst="line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D21FE62-C80F-8367-EBC4-651026C66754}"/>
              </a:ext>
            </a:extLst>
          </p:cNvPr>
          <p:cNvSpPr/>
          <p:nvPr/>
        </p:nvSpPr>
        <p:spPr>
          <a:xfrm>
            <a:off x="2213475" y="1511220"/>
            <a:ext cx="7765050" cy="3835560"/>
          </a:xfrm>
          <a:custGeom>
            <a:avLst/>
            <a:gdLst>
              <a:gd name="csX0" fmla="*/ 0 w 4997049"/>
              <a:gd name="csY0" fmla="*/ 2468301 h 2468301"/>
              <a:gd name="csX1" fmla="*/ 11300 w 4997049"/>
              <a:gd name="csY1" fmla="*/ 2244508 h 2468301"/>
              <a:gd name="csX2" fmla="*/ 2498524 w 4997049"/>
              <a:gd name="csY2" fmla="*/ 0 h 2468301"/>
              <a:gd name="csX3" fmla="*/ 4985748 w 4997049"/>
              <a:gd name="csY3" fmla="*/ 2244508 h 2468301"/>
              <a:gd name="csX4" fmla="*/ 4997049 w 4997049"/>
              <a:gd name="csY4" fmla="*/ 2468301 h 24683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997049" h="2468301">
                <a:moveTo>
                  <a:pt x="0" y="2468301"/>
                </a:moveTo>
                <a:lnTo>
                  <a:pt x="11300" y="2244508"/>
                </a:lnTo>
                <a:cubicBezTo>
                  <a:pt x="139332" y="983801"/>
                  <a:pt x="1204038" y="0"/>
                  <a:pt x="2498524" y="0"/>
                </a:cubicBezTo>
                <a:cubicBezTo>
                  <a:pt x="3793010" y="0"/>
                  <a:pt x="4857717" y="983801"/>
                  <a:pt x="4985748" y="2244508"/>
                </a:cubicBezTo>
                <a:lnTo>
                  <a:pt x="4997049" y="2468301"/>
                </a:ln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899B11D-283A-434A-2C8D-D15D1F04AE52}"/>
              </a:ext>
            </a:extLst>
          </p:cNvPr>
          <p:cNvSpPr/>
          <p:nvPr/>
        </p:nvSpPr>
        <p:spPr>
          <a:xfrm>
            <a:off x="5988327" y="1401164"/>
            <a:ext cx="215346" cy="215346"/>
          </a:xfrm>
          <a:prstGeom prst="ellipse">
            <a:avLst/>
          </a:prstGeom>
          <a:gradFill flip="none" rotWithShape="1">
            <a:gsLst>
              <a:gs pos="12000">
                <a:schemeClr val="bg1"/>
              </a:gs>
              <a:gs pos="51000">
                <a:schemeClr val="accent5">
                  <a:lumMod val="95000"/>
                  <a:lumOff val="5000"/>
                </a:schemeClr>
              </a:gs>
              <a:gs pos="77000">
                <a:srgbClr val="1D345D"/>
              </a:gs>
            </a:gsLst>
            <a:path path="circle">
              <a:fillToRect r="100000" b="100000"/>
            </a:path>
            <a:tileRect l="-100000" t="-100000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03052F0-9006-54C2-609A-68D4015BBF0F}"/>
              </a:ext>
            </a:extLst>
          </p:cNvPr>
          <p:cNvSpPr/>
          <p:nvPr/>
        </p:nvSpPr>
        <p:spPr>
          <a:xfrm>
            <a:off x="4844020" y="1401164"/>
            <a:ext cx="215346" cy="215346"/>
          </a:xfrm>
          <a:prstGeom prst="ellipse">
            <a:avLst/>
          </a:prstGeom>
          <a:gradFill flip="none" rotWithShape="1">
            <a:gsLst>
              <a:gs pos="12000">
                <a:schemeClr val="bg1"/>
              </a:gs>
              <a:gs pos="51000">
                <a:schemeClr val="accent5">
                  <a:lumMod val="95000"/>
                  <a:lumOff val="5000"/>
                </a:schemeClr>
              </a:gs>
              <a:gs pos="77000">
                <a:srgbClr val="1D345D"/>
              </a:gs>
            </a:gsLst>
            <a:path path="circle">
              <a:fillToRect r="100000" b="100000"/>
            </a:path>
            <a:tileRect l="-100000" t="-100000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2B2E120-3E29-B91F-95E3-0D713A857541}"/>
              </a:ext>
            </a:extLst>
          </p:cNvPr>
          <p:cNvSpPr/>
          <p:nvPr/>
        </p:nvSpPr>
        <p:spPr>
          <a:xfrm>
            <a:off x="3699713" y="1401164"/>
            <a:ext cx="215346" cy="215346"/>
          </a:xfrm>
          <a:prstGeom prst="ellipse">
            <a:avLst/>
          </a:prstGeom>
          <a:gradFill flip="none" rotWithShape="1">
            <a:gsLst>
              <a:gs pos="12000">
                <a:schemeClr val="bg1"/>
              </a:gs>
              <a:gs pos="51000">
                <a:schemeClr val="accent5">
                  <a:lumMod val="95000"/>
                  <a:lumOff val="5000"/>
                </a:schemeClr>
              </a:gs>
              <a:gs pos="77000">
                <a:srgbClr val="1D345D"/>
              </a:gs>
            </a:gsLst>
            <a:path path="circle">
              <a:fillToRect r="100000" b="100000"/>
            </a:path>
            <a:tileRect l="-100000" t="-100000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5808ADE-B8E5-17C6-B8AF-BFD915E69168}"/>
              </a:ext>
            </a:extLst>
          </p:cNvPr>
          <p:cNvSpPr/>
          <p:nvPr/>
        </p:nvSpPr>
        <p:spPr>
          <a:xfrm>
            <a:off x="2555406" y="1401164"/>
            <a:ext cx="215346" cy="215346"/>
          </a:xfrm>
          <a:prstGeom prst="ellipse">
            <a:avLst/>
          </a:prstGeom>
          <a:gradFill flip="none" rotWithShape="1">
            <a:gsLst>
              <a:gs pos="12000">
                <a:schemeClr val="bg1"/>
              </a:gs>
              <a:gs pos="51000">
                <a:schemeClr val="accent5">
                  <a:lumMod val="95000"/>
                  <a:lumOff val="5000"/>
                </a:schemeClr>
              </a:gs>
              <a:gs pos="77000">
                <a:srgbClr val="1D345D"/>
              </a:gs>
            </a:gsLst>
            <a:path path="circle">
              <a:fillToRect r="100000" b="100000"/>
            </a:path>
            <a:tileRect l="-100000" t="-100000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C68FCF4-F3E2-C8B6-E1E7-3483ECAE949D}"/>
              </a:ext>
            </a:extLst>
          </p:cNvPr>
          <p:cNvSpPr/>
          <p:nvPr/>
        </p:nvSpPr>
        <p:spPr>
          <a:xfrm>
            <a:off x="4919943" y="1631725"/>
            <a:ext cx="94706" cy="94706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862A6AB-472A-EC83-E05B-BA3165C55F2D}"/>
              </a:ext>
            </a:extLst>
          </p:cNvPr>
          <p:cNvSpPr/>
          <p:nvPr/>
        </p:nvSpPr>
        <p:spPr>
          <a:xfrm>
            <a:off x="6049162" y="1466227"/>
            <a:ext cx="94706" cy="94706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26994B68-7A7D-FD00-A821-980F2C96A3FE}"/>
              </a:ext>
            </a:extLst>
          </p:cNvPr>
          <p:cNvSpPr/>
          <p:nvPr/>
        </p:nvSpPr>
        <p:spPr>
          <a:xfrm>
            <a:off x="3892638" y="2111546"/>
            <a:ext cx="94706" cy="94706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AAEDA5A8-D39A-8D03-3E56-408E15695DEE}"/>
              </a:ext>
            </a:extLst>
          </p:cNvPr>
          <p:cNvSpPr/>
          <p:nvPr/>
        </p:nvSpPr>
        <p:spPr>
          <a:xfrm>
            <a:off x="3054247" y="2875927"/>
            <a:ext cx="94706" cy="94706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91177CB-507A-1CCB-3868-04D170E7CA5E}"/>
              </a:ext>
            </a:extLst>
          </p:cNvPr>
          <p:cNvSpPr/>
          <p:nvPr/>
        </p:nvSpPr>
        <p:spPr>
          <a:xfrm>
            <a:off x="5654780" y="4908048"/>
            <a:ext cx="882439" cy="435882"/>
          </a:xfrm>
          <a:custGeom>
            <a:avLst/>
            <a:gdLst>
              <a:gd name="csX0" fmla="*/ 0 w 4997049"/>
              <a:gd name="csY0" fmla="*/ 2468301 h 2468301"/>
              <a:gd name="csX1" fmla="*/ 11300 w 4997049"/>
              <a:gd name="csY1" fmla="*/ 2244508 h 2468301"/>
              <a:gd name="csX2" fmla="*/ 2498524 w 4997049"/>
              <a:gd name="csY2" fmla="*/ 0 h 2468301"/>
              <a:gd name="csX3" fmla="*/ 4985748 w 4997049"/>
              <a:gd name="csY3" fmla="*/ 2244508 h 2468301"/>
              <a:gd name="csX4" fmla="*/ 4997049 w 4997049"/>
              <a:gd name="csY4" fmla="*/ 2468301 h 24683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997049" h="2468301">
                <a:moveTo>
                  <a:pt x="0" y="2468301"/>
                </a:moveTo>
                <a:lnTo>
                  <a:pt x="11300" y="2244508"/>
                </a:lnTo>
                <a:cubicBezTo>
                  <a:pt x="139332" y="983801"/>
                  <a:pt x="1204038" y="0"/>
                  <a:pt x="2498524" y="0"/>
                </a:cubicBezTo>
                <a:cubicBezTo>
                  <a:pt x="3793010" y="0"/>
                  <a:pt x="4857717" y="983801"/>
                  <a:pt x="4985748" y="2244508"/>
                </a:cubicBezTo>
                <a:lnTo>
                  <a:pt x="4997049" y="2468301"/>
                </a:lnTo>
              </a:path>
            </a:pathLst>
          </a:custGeom>
          <a:noFill/>
          <a:ln w="28575">
            <a:solidFill>
              <a:schemeClr val="tx1"/>
            </a:solidFill>
            <a:headEnd type="triangle" w="lg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4E26C26-CEDA-982E-E4FD-4B21E2611987}"/>
                  </a:ext>
                </a:extLst>
              </p:cNvPr>
              <p:cNvSpPr txBox="1"/>
              <p:nvPr/>
            </p:nvSpPr>
            <p:spPr>
              <a:xfrm>
                <a:off x="6131069" y="5011233"/>
                <a:ext cx="23929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4E26C26-CEDA-982E-E4FD-4B21E2611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069" y="5011233"/>
                <a:ext cx="239296" cy="307777"/>
              </a:xfrm>
              <a:prstGeom prst="rect">
                <a:avLst/>
              </a:prstGeom>
              <a:blipFill>
                <a:blip r:embed="rId2"/>
                <a:stretch>
                  <a:fillRect l="-25641" r="-23077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CBF4BF27-D3DB-B2C5-1108-98D1F5F008F6}"/>
                  </a:ext>
                </a:extLst>
              </p:cNvPr>
              <p:cNvSpPr txBox="1"/>
              <p:nvPr/>
            </p:nvSpPr>
            <p:spPr>
              <a:xfrm>
                <a:off x="6006587" y="1049790"/>
                <a:ext cx="27456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CBF4BF27-D3DB-B2C5-1108-98D1F5F00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6587" y="1049790"/>
                <a:ext cx="274562" cy="307777"/>
              </a:xfrm>
              <a:prstGeom prst="rect">
                <a:avLst/>
              </a:prstGeom>
              <a:blipFill>
                <a:blip r:embed="rId3"/>
                <a:stretch>
                  <a:fillRect l="-17778" r="-6667" b="-1372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275DC27-A686-C38A-CB1D-84D7D0F100FE}"/>
                  </a:ext>
                </a:extLst>
              </p:cNvPr>
              <p:cNvSpPr txBox="1"/>
              <p:nvPr/>
            </p:nvSpPr>
            <p:spPr>
              <a:xfrm>
                <a:off x="4834830" y="1053551"/>
                <a:ext cx="27456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275DC27-A686-C38A-CB1D-84D7D0F100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4830" y="1053551"/>
                <a:ext cx="274562" cy="307777"/>
              </a:xfrm>
              <a:prstGeom prst="rect">
                <a:avLst/>
              </a:prstGeom>
              <a:blipFill>
                <a:blip r:embed="rId4"/>
                <a:stretch>
                  <a:fillRect l="-17778" r="-4444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1C829C31-8EFC-ABA9-AB3B-1B0D6C670344}"/>
                  </a:ext>
                </a:extLst>
              </p:cNvPr>
              <p:cNvSpPr txBox="1"/>
              <p:nvPr/>
            </p:nvSpPr>
            <p:spPr>
              <a:xfrm>
                <a:off x="3671415" y="1045304"/>
                <a:ext cx="27456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1C829C31-8EFC-ABA9-AB3B-1B0D6C6703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1415" y="1045304"/>
                <a:ext cx="274562" cy="307777"/>
              </a:xfrm>
              <a:prstGeom prst="rect">
                <a:avLst/>
              </a:prstGeom>
              <a:blipFill>
                <a:blip r:embed="rId5"/>
                <a:stretch>
                  <a:fillRect l="-17778" r="-6667" b="-1372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25C25092-61EB-2A21-D9B0-8A5752A70538}"/>
                  </a:ext>
                </a:extLst>
              </p:cNvPr>
              <p:cNvSpPr txBox="1"/>
              <p:nvPr/>
            </p:nvSpPr>
            <p:spPr>
              <a:xfrm>
                <a:off x="2521679" y="1053551"/>
                <a:ext cx="27456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25C25092-61EB-2A21-D9B0-8A5752A70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1679" y="1053551"/>
                <a:ext cx="274562" cy="307777"/>
              </a:xfrm>
              <a:prstGeom prst="rect">
                <a:avLst/>
              </a:prstGeom>
              <a:blipFill>
                <a:blip r:embed="rId6"/>
                <a:stretch>
                  <a:fillRect l="-17778" r="-6667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211D8E2-9D4D-ACB2-E084-03C0A6B98A18}"/>
                  </a:ext>
                </a:extLst>
              </p:cNvPr>
              <p:cNvSpPr txBox="1"/>
              <p:nvPr/>
            </p:nvSpPr>
            <p:spPr>
              <a:xfrm>
                <a:off x="6124261" y="1584154"/>
                <a:ext cx="27456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211D8E2-9D4D-ACB2-E084-03C0A6B98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4261" y="1584154"/>
                <a:ext cx="274562" cy="307777"/>
              </a:xfrm>
              <a:prstGeom prst="rect">
                <a:avLst/>
              </a:prstGeom>
              <a:blipFill>
                <a:blip r:embed="rId7"/>
                <a:stretch>
                  <a:fillRect l="-17778" r="-6667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1F0E2F90-E487-CFE6-D8D2-47BCE2201F1C}"/>
                  </a:ext>
                </a:extLst>
              </p:cNvPr>
              <p:cNvSpPr txBox="1"/>
              <p:nvPr/>
            </p:nvSpPr>
            <p:spPr>
              <a:xfrm>
                <a:off x="5079830" y="1634215"/>
                <a:ext cx="27456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1F0E2F90-E487-CFE6-D8D2-47BCE2201F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9830" y="1634215"/>
                <a:ext cx="274562" cy="307777"/>
              </a:xfrm>
              <a:prstGeom prst="rect">
                <a:avLst/>
              </a:prstGeom>
              <a:blipFill>
                <a:blip r:embed="rId8"/>
                <a:stretch>
                  <a:fillRect l="-17778" r="-4444" b="-1372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9CB71C4-494E-C259-8EF3-05371CBE7134}"/>
                  </a:ext>
                </a:extLst>
              </p:cNvPr>
              <p:cNvSpPr txBox="1"/>
              <p:nvPr/>
            </p:nvSpPr>
            <p:spPr>
              <a:xfrm>
                <a:off x="4066884" y="2042656"/>
                <a:ext cx="27456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9CB71C4-494E-C259-8EF3-05371CBE7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84" y="2042656"/>
                <a:ext cx="274562" cy="307777"/>
              </a:xfrm>
              <a:prstGeom prst="rect">
                <a:avLst/>
              </a:prstGeom>
              <a:blipFill>
                <a:blip r:embed="rId9"/>
                <a:stretch>
                  <a:fillRect l="-17778" r="-6667" b="-1372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F513551C-B61D-792D-3F0B-8903AE05F3ED}"/>
                  </a:ext>
                </a:extLst>
              </p:cNvPr>
              <p:cNvSpPr txBox="1"/>
              <p:nvPr/>
            </p:nvSpPr>
            <p:spPr>
              <a:xfrm>
                <a:off x="3232273" y="2734666"/>
                <a:ext cx="27456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IN" sz="2000" dirty="0"/>
              </a:p>
            </p:txBody>
          </p:sp>
        </mc:Choice>
        <mc:Fallback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F513551C-B61D-792D-3F0B-8903AE05F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273" y="2734666"/>
                <a:ext cx="274562" cy="307777"/>
              </a:xfrm>
              <a:prstGeom prst="rect">
                <a:avLst/>
              </a:prstGeom>
              <a:blipFill>
                <a:blip r:embed="rId10"/>
                <a:stretch>
                  <a:fillRect l="-17778" r="-6667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0853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132</Words>
  <Application>Microsoft Office PowerPoint</Application>
  <PresentationFormat>Widescreen</PresentationFormat>
  <Paragraphs>92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Parag Bhattacharya</cp:lastModifiedBy>
  <cp:revision>22</cp:revision>
  <dcterms:created xsi:type="dcterms:W3CDTF">2026-10-03T06:14:03Z</dcterms:created>
  <dcterms:modified xsi:type="dcterms:W3CDTF">2026-10-05T16:53:10Z</dcterms:modified>
</cp:coreProperties>
</file>