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E1A"/>
    <a:srgbClr val="13223D"/>
    <a:srgbClr val="003A00"/>
    <a:srgbClr val="862626"/>
    <a:srgbClr val="1C325A"/>
    <a:srgbClr val="08088E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 varScale="1">
        <p:scale>
          <a:sx n="83" d="100"/>
          <a:sy n="83" d="100"/>
        </p:scale>
        <p:origin x="2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DAFCB7-3FE3-EF56-737D-55FCEFCED7AF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/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FC9FDE7-6CD7-DEAC-0778-0BD8C274B291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F59CEE-5950-7709-BA8F-710C58543233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C8D4D5F-3410-48AC-B4E0-821DAF0E83A2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B87576C-C070-0B72-4CBC-BC1874D0B68E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5AE98CB-FB39-EF96-8C6C-13113B96B74D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1F94DE46-3B02-3CBF-A744-80F7F6724376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1DB02-023C-94EC-AF71-0BD6C2AE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Arc 100">
            <a:extLst>
              <a:ext uri="{FF2B5EF4-FFF2-40B4-BE49-F238E27FC236}">
                <a16:creationId xmlns:a16="http://schemas.microsoft.com/office/drawing/2014/main" id="{1C18C743-36B9-E7D3-644E-BCEBC94E6E68}"/>
              </a:ext>
            </a:extLst>
          </p:cNvPr>
          <p:cNvSpPr/>
          <p:nvPr/>
        </p:nvSpPr>
        <p:spPr>
          <a:xfrm rot="1336568">
            <a:off x="3400329" y="2985954"/>
            <a:ext cx="303021" cy="330200"/>
          </a:xfrm>
          <a:prstGeom prst="arc">
            <a:avLst>
              <a:gd name="adj1" fmla="val 17541800"/>
              <a:gd name="adj2" fmla="val 2273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A199E41-2CA4-6BC2-74D9-15EA841E81C6}"/>
              </a:ext>
            </a:extLst>
          </p:cNvPr>
          <p:cNvCxnSpPr>
            <a:cxnSpLocks/>
          </p:cNvCxnSpPr>
          <p:nvPr/>
        </p:nvCxnSpPr>
        <p:spPr>
          <a:xfrm>
            <a:off x="3131042" y="2707481"/>
            <a:ext cx="165685" cy="466724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502716-AB6F-D299-8615-FD22DCCF9747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22A60F-A392-F3F8-461A-A5B665ED5D72}"/>
              </a:ext>
            </a:extLst>
          </p:cNvPr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7272C3E2-8279-0C84-F5FB-D2C76D424996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863511-D0F5-16DF-D039-5E91A8DC0750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95F0F8D-4F58-E1E7-78E0-E0F70C5CC466}"/>
              </a:ext>
            </a:extLst>
          </p:cNvPr>
          <p:cNvCxnSpPr>
            <a:cxnSpLocks/>
          </p:cNvCxnSpPr>
          <p:nvPr/>
        </p:nvCxnSpPr>
        <p:spPr>
          <a:xfrm>
            <a:off x="4212431" y="2368668"/>
            <a:ext cx="312738" cy="880963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CAC9EF2-E6E3-B0AF-B9E2-406CDDF0FDF4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AAFCDFD3-DA6B-9FBC-45DC-766384B751C8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97882B5-0BDD-9312-EB1D-899C21DBE611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7E73836-6CCC-3198-B0AD-83EA3FB95441}"/>
              </a:ext>
            </a:extLst>
          </p:cNvPr>
          <p:cNvCxnSpPr/>
          <p:nvPr/>
        </p:nvCxnSpPr>
        <p:spPr>
          <a:xfrm flipV="1">
            <a:off x="3183731" y="2436019"/>
            <a:ext cx="1052513" cy="373130"/>
          </a:xfrm>
          <a:prstGeom prst="straightConnector1">
            <a:avLst/>
          </a:prstGeom>
          <a:ln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/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blipFill>
                <a:blip r:embed="rId3"/>
                <a:stretch>
                  <a:fillRect l="-11290" r="-14516" b="-92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/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39A8063-C6FD-F393-9236-8B0D22731AB4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66EA0DB-6674-0F59-B29A-1716042AE471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B48AF66E-1E0E-802D-044E-CED43284E1F2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725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c 11">
            <a:extLst>
              <a:ext uri="{FF2B5EF4-FFF2-40B4-BE49-F238E27FC236}">
                <a16:creationId xmlns:a16="http://schemas.microsoft.com/office/drawing/2014/main" id="{FD847279-352E-ABD8-C209-3F57EA5AF73D}"/>
              </a:ext>
            </a:extLst>
          </p:cNvPr>
          <p:cNvSpPr/>
          <p:nvPr/>
        </p:nvSpPr>
        <p:spPr>
          <a:xfrm rot="550380">
            <a:off x="2832498" y="2407333"/>
            <a:ext cx="385206" cy="400369"/>
          </a:xfrm>
          <a:prstGeom prst="arc">
            <a:avLst>
              <a:gd name="adj1" fmla="val 16958553"/>
              <a:gd name="adj2" fmla="val 75038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B3A3032-56A7-08DC-DE03-EFA064163E36}"/>
              </a:ext>
            </a:extLst>
          </p:cNvPr>
          <p:cNvSpPr/>
          <p:nvPr/>
        </p:nvSpPr>
        <p:spPr>
          <a:xfrm>
            <a:off x="2199190" y="1631158"/>
            <a:ext cx="3275635" cy="2049591"/>
          </a:xfrm>
          <a:custGeom>
            <a:avLst/>
            <a:gdLst>
              <a:gd name="csX0" fmla="*/ 0 w 3275635"/>
              <a:gd name="csY0" fmla="*/ 2049591 h 2049591"/>
              <a:gd name="csX1" fmla="*/ 1342663 w 3275635"/>
              <a:gd name="csY1" fmla="*/ 463860 h 2049591"/>
              <a:gd name="csX2" fmla="*/ 3275635 w 3275635"/>
              <a:gd name="csY2" fmla="*/ 872 h 20495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75635" h="2049591">
                <a:moveTo>
                  <a:pt x="0" y="2049591"/>
                </a:moveTo>
                <a:cubicBezTo>
                  <a:pt x="166868" y="1647370"/>
                  <a:pt x="646252" y="886337"/>
                  <a:pt x="1342663" y="463860"/>
                </a:cubicBezTo>
                <a:cubicBezTo>
                  <a:pt x="2039074" y="41383"/>
                  <a:pt x="2825186" y="-7809"/>
                  <a:pt x="3275635" y="872"/>
                </a:cubicBezTo>
              </a:path>
            </a:pathLst>
          </a:custGeom>
          <a:noFill/>
          <a:ln w="19050">
            <a:solidFill>
              <a:schemeClr val="accent1">
                <a:lumMod val="50000"/>
                <a:alpha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B67A0E-48FD-3839-804D-0F20F8C0BB22}"/>
              </a:ext>
            </a:extLst>
          </p:cNvPr>
          <p:cNvCxnSpPr>
            <a:cxnSpLocks/>
          </p:cNvCxnSpPr>
          <p:nvPr/>
        </p:nvCxnSpPr>
        <p:spPr>
          <a:xfrm flipV="1">
            <a:off x="2867665" y="1866900"/>
            <a:ext cx="758979" cy="796196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CE6F67-9DC2-7750-9BEC-84BCA006C11D}"/>
              </a:ext>
            </a:extLst>
          </p:cNvPr>
          <p:cNvCxnSpPr>
            <a:cxnSpLocks/>
          </p:cNvCxnSpPr>
          <p:nvPr/>
        </p:nvCxnSpPr>
        <p:spPr>
          <a:xfrm>
            <a:off x="2867665" y="2663096"/>
            <a:ext cx="2373676" cy="112357"/>
          </a:xfrm>
          <a:prstGeom prst="straightConnector1">
            <a:avLst/>
          </a:prstGeom>
          <a:ln w="28575" cap="rnd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2809325" y="2603962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/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/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7857" r="-62500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/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blipFill>
                <a:blip r:embed="rId4"/>
                <a:stretch>
                  <a:fillRect l="-25000" t="-2000" r="-3055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610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5C9B2C4-FCE5-2296-8D58-7A2F8A91BFC0}"/>
              </a:ext>
            </a:extLst>
          </p:cNvPr>
          <p:cNvCxnSpPr>
            <a:cxnSpLocks/>
          </p:cNvCxnSpPr>
          <p:nvPr/>
        </p:nvCxnSpPr>
        <p:spPr>
          <a:xfrm>
            <a:off x="3039660" y="2599961"/>
            <a:ext cx="272659" cy="21467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ED8BE0-320D-E0D3-3684-5DFEE2522C3B}"/>
              </a:ext>
            </a:extLst>
          </p:cNvPr>
          <p:cNvCxnSpPr>
            <a:cxnSpLocks/>
          </p:cNvCxnSpPr>
          <p:nvPr/>
        </p:nvCxnSpPr>
        <p:spPr>
          <a:xfrm>
            <a:off x="3312319" y="2814638"/>
            <a:ext cx="350044" cy="1180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9A5716-ACC9-BF18-60A2-4484A120254A}"/>
              </a:ext>
            </a:extLst>
          </p:cNvPr>
          <p:cNvCxnSpPr>
            <a:cxnSpLocks/>
          </p:cNvCxnSpPr>
          <p:nvPr/>
        </p:nvCxnSpPr>
        <p:spPr>
          <a:xfrm>
            <a:off x="3662363" y="2932679"/>
            <a:ext cx="35004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9ADCFB3-F5A8-69C9-8F48-641E9C1BEC04}"/>
              </a:ext>
            </a:extLst>
          </p:cNvPr>
          <p:cNvCxnSpPr>
            <a:cxnSpLocks/>
          </p:cNvCxnSpPr>
          <p:nvPr/>
        </p:nvCxnSpPr>
        <p:spPr>
          <a:xfrm flipV="1">
            <a:off x="4012407" y="2932679"/>
            <a:ext cx="33337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6FD6FD-8622-3190-CBEC-5606E5FBC003}"/>
              </a:ext>
            </a:extLst>
          </p:cNvPr>
          <p:cNvCxnSpPr>
            <a:cxnSpLocks/>
          </p:cNvCxnSpPr>
          <p:nvPr/>
        </p:nvCxnSpPr>
        <p:spPr>
          <a:xfrm flipV="1">
            <a:off x="4345781" y="2845594"/>
            <a:ext cx="333374" cy="8708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26A5D7-747C-377C-A4D5-8D2D573872F9}"/>
              </a:ext>
            </a:extLst>
          </p:cNvPr>
          <p:cNvCxnSpPr>
            <a:cxnSpLocks/>
          </p:cNvCxnSpPr>
          <p:nvPr/>
        </p:nvCxnSpPr>
        <p:spPr>
          <a:xfrm flipV="1">
            <a:off x="4679155" y="2707299"/>
            <a:ext cx="295276" cy="138295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C3B8B4-9855-9FDF-F14F-081CEE1D51B6}"/>
              </a:ext>
            </a:extLst>
          </p:cNvPr>
          <p:cNvCxnSpPr>
            <a:cxnSpLocks/>
          </p:cNvCxnSpPr>
          <p:nvPr/>
        </p:nvCxnSpPr>
        <p:spPr>
          <a:xfrm flipV="1">
            <a:off x="4974431" y="2500901"/>
            <a:ext cx="325361" cy="206398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ECB20E-F8A0-C227-A017-F668D76DDC03}"/>
              </a:ext>
            </a:extLst>
          </p:cNvPr>
          <p:cNvCxnSpPr>
            <a:cxnSpLocks/>
          </p:cNvCxnSpPr>
          <p:nvPr/>
        </p:nvCxnSpPr>
        <p:spPr>
          <a:xfrm flipV="1">
            <a:off x="5299792" y="2274094"/>
            <a:ext cx="295276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154146F-7348-56CD-D6D0-3B8BEBC2275B}"/>
              </a:ext>
            </a:extLst>
          </p:cNvPr>
          <p:cNvCxnSpPr>
            <a:cxnSpLocks/>
          </p:cNvCxnSpPr>
          <p:nvPr/>
        </p:nvCxnSpPr>
        <p:spPr>
          <a:xfrm flipV="1">
            <a:off x="5595068" y="2047287"/>
            <a:ext cx="325361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9A6D79A-51E6-0C62-4A6B-037DB8D2A3E3}"/>
              </a:ext>
            </a:extLst>
          </p:cNvPr>
          <p:cNvCxnSpPr>
            <a:cxnSpLocks/>
          </p:cNvCxnSpPr>
          <p:nvPr/>
        </p:nvCxnSpPr>
        <p:spPr>
          <a:xfrm flipV="1">
            <a:off x="5920429" y="1843088"/>
            <a:ext cx="325361" cy="20419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F361299-8CAC-34EE-6085-400B7776EEDD}"/>
              </a:ext>
            </a:extLst>
          </p:cNvPr>
          <p:cNvCxnSpPr>
            <a:cxnSpLocks/>
          </p:cNvCxnSpPr>
          <p:nvPr/>
        </p:nvCxnSpPr>
        <p:spPr>
          <a:xfrm flipV="1">
            <a:off x="6245790" y="1674019"/>
            <a:ext cx="300266" cy="16906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A65EF9D-1F6F-4899-A441-2864E408E577}"/>
              </a:ext>
            </a:extLst>
          </p:cNvPr>
          <p:cNvCxnSpPr>
            <a:cxnSpLocks/>
          </p:cNvCxnSpPr>
          <p:nvPr/>
        </p:nvCxnSpPr>
        <p:spPr>
          <a:xfrm flipV="1">
            <a:off x="6546056" y="1531144"/>
            <a:ext cx="325361" cy="14287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D5B5524-A10B-8063-DA90-7EEEE6780FE7}"/>
              </a:ext>
            </a:extLst>
          </p:cNvPr>
          <p:cNvCxnSpPr>
            <a:cxnSpLocks/>
          </p:cNvCxnSpPr>
          <p:nvPr/>
        </p:nvCxnSpPr>
        <p:spPr>
          <a:xfrm flipV="1">
            <a:off x="6871417" y="1414463"/>
            <a:ext cx="325361" cy="11668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AE204BF-90BA-DE73-66A2-93228726D3E3}"/>
              </a:ext>
            </a:extLst>
          </p:cNvPr>
          <p:cNvCxnSpPr>
            <a:cxnSpLocks/>
          </p:cNvCxnSpPr>
          <p:nvPr/>
        </p:nvCxnSpPr>
        <p:spPr>
          <a:xfrm flipV="1">
            <a:off x="7202090" y="1356122"/>
            <a:ext cx="328018" cy="583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F65C57-1F65-BB7C-30EA-89005B41A309}"/>
              </a:ext>
            </a:extLst>
          </p:cNvPr>
          <p:cNvCxnSpPr>
            <a:cxnSpLocks/>
          </p:cNvCxnSpPr>
          <p:nvPr/>
        </p:nvCxnSpPr>
        <p:spPr>
          <a:xfrm flipV="1">
            <a:off x="7530108" y="1327009"/>
            <a:ext cx="328018" cy="29113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l="-178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Oval 4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4012407" y="574930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2964519" y="252831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Oval 48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7858126" y="129229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818" r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43" idx="1"/>
            <a:endCxn id="45" idx="4"/>
          </p:cNvCxnSpPr>
          <p:nvPr/>
        </p:nvCxnSpPr>
        <p:spPr>
          <a:xfrm flipH="1" flipV="1">
            <a:off x="3002090" y="2603453"/>
            <a:ext cx="1021321" cy="31568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6547002-4623-6CB2-9989-110C2DD4A38E}"/>
              </a:ext>
            </a:extLst>
          </p:cNvPr>
          <p:cNvCxnSpPr>
            <a:cxnSpLocks/>
          </p:cNvCxnSpPr>
          <p:nvPr/>
        </p:nvCxnSpPr>
        <p:spPr>
          <a:xfrm flipV="1">
            <a:off x="4674165" y="1807670"/>
            <a:ext cx="846790" cy="1037924"/>
          </a:xfrm>
          <a:prstGeom prst="straightConnector1">
            <a:avLst/>
          </a:prstGeom>
          <a:ln w="28575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43" idx="7"/>
            <a:endCxn id="49" idx="3"/>
          </p:cNvCxnSpPr>
          <p:nvPr/>
        </p:nvCxnSpPr>
        <p:spPr>
          <a:xfrm flipV="1">
            <a:off x="4076544" y="1356430"/>
            <a:ext cx="3792586" cy="44038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DD39794-AF92-D573-91D0-39C1B3A4D7CF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4049978" y="2868542"/>
            <a:ext cx="624187" cy="2880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538" r="-2115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/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blipFill>
                <a:blip r:embed="rId7"/>
                <a:stretch>
                  <a:fillRect l="-13333" r="-2666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/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blipFill>
                <a:blip r:embed="rId8"/>
                <a:stretch>
                  <a:fillRect l="-18000" t="-2000" r="-22000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/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l="-25000" r="-5535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7990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41</Words>
  <Application>Microsoft Office PowerPoint</Application>
  <PresentationFormat>Widescreen</PresentationFormat>
  <Paragraphs>31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Parag Bhattacharya</cp:lastModifiedBy>
  <cp:revision>30</cp:revision>
  <dcterms:created xsi:type="dcterms:W3CDTF">2026-10-03T06:14:03Z</dcterms:created>
  <dcterms:modified xsi:type="dcterms:W3CDTF">2026-10-11T17:19:24Z</dcterms:modified>
</cp:coreProperties>
</file>