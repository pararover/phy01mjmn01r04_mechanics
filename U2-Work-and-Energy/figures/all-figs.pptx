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A00"/>
    <a:srgbClr val="08088E"/>
    <a:srgbClr val="862626"/>
    <a:srgbClr val="080E1A"/>
    <a:srgbClr val="13223D"/>
    <a:srgbClr val="1C325A"/>
    <a:srgbClr val="1D34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972" autoAdjust="0"/>
    <p:restoredTop sz="94660"/>
  </p:normalViewPr>
  <p:slideViewPr>
    <p:cSldViewPr snapToGrid="0">
      <p:cViewPr varScale="1">
        <p:scale>
          <a:sx n="83" d="100"/>
          <a:sy n="83" d="100"/>
        </p:scale>
        <p:origin x="96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2BB23-F442-40A7-A37A-0DE665FB7F05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0F61B-18EA-4D5C-80F6-2549EE18C8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788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2BB23-F442-40A7-A37A-0DE665FB7F05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0F61B-18EA-4D5C-80F6-2549EE18C8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060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2BB23-F442-40A7-A37A-0DE665FB7F05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0F61B-18EA-4D5C-80F6-2549EE18C8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5242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2BB23-F442-40A7-A37A-0DE665FB7F05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0F61B-18EA-4D5C-80F6-2549EE18C8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2903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2BB23-F442-40A7-A37A-0DE665FB7F05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0F61B-18EA-4D5C-80F6-2549EE18C8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7288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2BB23-F442-40A7-A37A-0DE665FB7F05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0F61B-18EA-4D5C-80F6-2549EE18C8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670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2BB23-F442-40A7-A37A-0DE665FB7F05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0F61B-18EA-4D5C-80F6-2549EE18C8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1127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2BB23-F442-40A7-A37A-0DE665FB7F05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0F61B-18EA-4D5C-80F6-2549EE18C8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5752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2BB23-F442-40A7-A37A-0DE665FB7F05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0F61B-18EA-4D5C-80F6-2549EE18C8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1001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2BB23-F442-40A7-A37A-0DE665FB7F05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0F61B-18EA-4D5C-80F6-2549EE18C8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0460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2BB23-F442-40A7-A37A-0DE665FB7F05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0F61B-18EA-4D5C-80F6-2549EE18C8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9570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22BB23-F442-40A7-A37A-0DE665FB7F05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60F61B-18EA-4D5C-80F6-2549EE18C8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538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Relationship Id="rId9" Type="http://schemas.openxmlformats.org/officeDocument/2006/relationships/image" Target="../media/image6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13" Type="http://schemas.openxmlformats.org/officeDocument/2006/relationships/image" Target="../media/image73.png"/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12" Type="http://schemas.openxmlformats.org/officeDocument/2006/relationships/image" Target="../media/image72.png"/><Relationship Id="rId2" Type="http://schemas.openxmlformats.org/officeDocument/2006/relationships/image" Target="../media/image62.png"/><Relationship Id="rId16" Type="http://schemas.openxmlformats.org/officeDocument/2006/relationships/image" Target="../media/image7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6.png"/><Relationship Id="rId11" Type="http://schemas.openxmlformats.org/officeDocument/2006/relationships/image" Target="../media/image71.png"/><Relationship Id="rId5" Type="http://schemas.openxmlformats.org/officeDocument/2006/relationships/image" Target="../media/image65.png"/><Relationship Id="rId15" Type="http://schemas.openxmlformats.org/officeDocument/2006/relationships/image" Target="../media/image75.png"/><Relationship Id="rId10" Type="http://schemas.openxmlformats.org/officeDocument/2006/relationships/image" Target="../media/image70.png"/><Relationship Id="rId4" Type="http://schemas.openxmlformats.org/officeDocument/2006/relationships/image" Target="../media/image64.png"/><Relationship Id="rId9" Type="http://schemas.openxmlformats.org/officeDocument/2006/relationships/image" Target="../media/image69.png"/><Relationship Id="rId14" Type="http://schemas.openxmlformats.org/officeDocument/2006/relationships/image" Target="../media/image7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13" Type="http://schemas.openxmlformats.org/officeDocument/2006/relationships/image" Target="../media/image88.png"/><Relationship Id="rId3" Type="http://schemas.openxmlformats.org/officeDocument/2006/relationships/image" Target="../media/image78.png"/><Relationship Id="rId7" Type="http://schemas.openxmlformats.org/officeDocument/2006/relationships/image" Target="../media/image82.png"/><Relationship Id="rId12" Type="http://schemas.openxmlformats.org/officeDocument/2006/relationships/image" Target="../media/image87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1.png"/><Relationship Id="rId11" Type="http://schemas.openxmlformats.org/officeDocument/2006/relationships/image" Target="../media/image86.png"/><Relationship Id="rId5" Type="http://schemas.openxmlformats.org/officeDocument/2006/relationships/image" Target="../media/image80.png"/><Relationship Id="rId10" Type="http://schemas.openxmlformats.org/officeDocument/2006/relationships/image" Target="../media/image85.png"/><Relationship Id="rId4" Type="http://schemas.openxmlformats.org/officeDocument/2006/relationships/image" Target="../media/image79.png"/><Relationship Id="rId9" Type="http://schemas.openxmlformats.org/officeDocument/2006/relationships/image" Target="../media/image84.png"/><Relationship Id="rId14" Type="http://schemas.openxmlformats.org/officeDocument/2006/relationships/image" Target="../media/image8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13" Type="http://schemas.openxmlformats.org/officeDocument/2006/relationships/image" Target="../media/image100.png"/><Relationship Id="rId18" Type="http://schemas.openxmlformats.org/officeDocument/2006/relationships/image" Target="../media/image105.png"/><Relationship Id="rId3" Type="http://schemas.openxmlformats.org/officeDocument/2006/relationships/image" Target="../media/image91.png"/><Relationship Id="rId7" Type="http://schemas.openxmlformats.org/officeDocument/2006/relationships/image" Target="../media/image94.png"/><Relationship Id="rId12" Type="http://schemas.openxmlformats.org/officeDocument/2006/relationships/image" Target="../media/image99.png"/><Relationship Id="rId17" Type="http://schemas.openxmlformats.org/officeDocument/2006/relationships/image" Target="../media/image104.png"/><Relationship Id="rId2" Type="http://schemas.openxmlformats.org/officeDocument/2006/relationships/image" Target="../media/image90.png"/><Relationship Id="rId16" Type="http://schemas.openxmlformats.org/officeDocument/2006/relationships/image" Target="../media/image103.png"/><Relationship Id="rId20" Type="http://schemas.openxmlformats.org/officeDocument/2006/relationships/image" Target="../media/image10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3.png"/><Relationship Id="rId11" Type="http://schemas.openxmlformats.org/officeDocument/2006/relationships/image" Target="../media/image98.png"/><Relationship Id="rId5" Type="http://schemas.openxmlformats.org/officeDocument/2006/relationships/image" Target="../media/image92.png"/><Relationship Id="rId15" Type="http://schemas.openxmlformats.org/officeDocument/2006/relationships/image" Target="../media/image102.png"/><Relationship Id="rId10" Type="http://schemas.openxmlformats.org/officeDocument/2006/relationships/image" Target="../media/image97.png"/><Relationship Id="rId19" Type="http://schemas.openxmlformats.org/officeDocument/2006/relationships/image" Target="../media/image106.png"/><Relationship Id="rId4" Type="http://schemas.openxmlformats.org/officeDocument/2006/relationships/image" Target="../media/image79.png"/><Relationship Id="rId9" Type="http://schemas.openxmlformats.org/officeDocument/2006/relationships/image" Target="../media/image96.png"/><Relationship Id="rId14" Type="http://schemas.openxmlformats.org/officeDocument/2006/relationships/image" Target="../media/image10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3691825" y="4044521"/>
                <a:ext cx="19556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̅"/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acc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1825" y="4044521"/>
                <a:ext cx="195566" cy="307777"/>
              </a:xfrm>
              <a:prstGeom prst="rect">
                <a:avLst/>
              </a:prstGeom>
              <a:blipFill>
                <a:blip r:embed="rId2"/>
                <a:stretch>
                  <a:fillRect l="-18750" r="-3437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reeform: Shape 3">
            <a:extLst>
              <a:ext uri="{FF2B5EF4-FFF2-40B4-BE49-F238E27FC236}">
                <a16:creationId xmlns:a16="http://schemas.microsoft.com/office/drawing/2014/main" id="{9DDAFCB7-3FE3-EF56-737D-55FCEFCED7AF}"/>
              </a:ext>
            </a:extLst>
          </p:cNvPr>
          <p:cNvSpPr/>
          <p:nvPr/>
        </p:nvSpPr>
        <p:spPr>
          <a:xfrm>
            <a:off x="2590510" y="1999527"/>
            <a:ext cx="5428526" cy="2465407"/>
          </a:xfrm>
          <a:custGeom>
            <a:avLst/>
            <a:gdLst>
              <a:gd name="csX0" fmla="*/ 0 w 5428526"/>
              <a:gd name="csY0" fmla="*/ 2465407 h 2465407"/>
              <a:gd name="csX1" fmla="*/ 2372809 w 5428526"/>
              <a:gd name="csY1" fmla="*/ 706055 h 2465407"/>
              <a:gd name="csX2" fmla="*/ 5428526 w 5428526"/>
              <a:gd name="csY2" fmla="*/ 0 h 24654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428526" h="2465407">
                <a:moveTo>
                  <a:pt x="0" y="2465407"/>
                </a:moveTo>
                <a:cubicBezTo>
                  <a:pt x="559443" y="898002"/>
                  <a:pt x="1294435" y="572946"/>
                  <a:pt x="2372809" y="706055"/>
                </a:cubicBezTo>
                <a:cubicBezTo>
                  <a:pt x="3451183" y="839164"/>
                  <a:pt x="4058855" y="1492170"/>
                  <a:pt x="5428526" y="0"/>
                </a:cubicBezTo>
              </a:path>
            </a:pathLst>
          </a:custGeom>
          <a:noFill/>
          <a:ln w="28575" cap="rnd">
            <a:solidFill>
              <a:schemeClr val="accent1">
                <a:lumMod val="75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1" name="Straight Arrow Connector 30"/>
          <p:cNvCxnSpPr>
            <a:cxnSpLocks/>
            <a:endCxn id="26" idx="5"/>
          </p:cNvCxnSpPr>
          <p:nvPr/>
        </p:nvCxnSpPr>
        <p:spPr>
          <a:xfrm flipH="1" flipV="1">
            <a:off x="3342856" y="3230936"/>
            <a:ext cx="1543370" cy="2224482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1FC9FDE7-6CD7-DEAC-0778-0BD8C274B291}"/>
              </a:ext>
            </a:extLst>
          </p:cNvPr>
          <p:cNvSpPr/>
          <p:nvPr/>
        </p:nvSpPr>
        <p:spPr>
          <a:xfrm>
            <a:off x="4671218" y="2629693"/>
            <a:ext cx="116681" cy="116681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54000">
                <a:schemeClr val="accent5">
                  <a:lumMod val="95000"/>
                  <a:lumOff val="5000"/>
                </a:schemeClr>
              </a:gs>
              <a:gs pos="100000">
                <a:srgbClr val="1C325A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AF59CEE-5950-7709-BA8F-710C58543233}"/>
              </a:ext>
            </a:extLst>
          </p:cNvPr>
          <p:cNvCxnSpPr>
            <a:cxnSpLocks/>
            <a:endCxn id="32" idx="4"/>
          </p:cNvCxnSpPr>
          <p:nvPr/>
        </p:nvCxnSpPr>
        <p:spPr>
          <a:xfrm flipH="1" flipV="1">
            <a:off x="4729559" y="2746374"/>
            <a:ext cx="156667" cy="2709044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D21645E-5BC5-9530-6C34-39DA26F8F7FC}"/>
              </a:ext>
            </a:extLst>
          </p:cNvPr>
          <p:cNvCxnSpPr>
            <a:cxnSpLocks/>
            <a:stCxn id="26" idx="7"/>
            <a:endCxn id="32" idx="2"/>
          </p:cNvCxnSpPr>
          <p:nvPr/>
        </p:nvCxnSpPr>
        <p:spPr>
          <a:xfrm flipV="1">
            <a:off x="3342856" y="2688034"/>
            <a:ext cx="1328362" cy="460397"/>
          </a:xfrm>
          <a:prstGeom prst="straightConnector1">
            <a:avLst/>
          </a:prstGeom>
          <a:ln w="19050">
            <a:solidFill>
              <a:srgbClr val="862626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7C8D4D5F-3410-48AC-B4E0-821DAF0E83A2}"/>
              </a:ext>
            </a:extLst>
          </p:cNvPr>
          <p:cNvSpPr/>
          <p:nvPr/>
        </p:nvSpPr>
        <p:spPr>
          <a:xfrm>
            <a:off x="3243263" y="3131343"/>
            <a:ext cx="116681" cy="116681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54000">
                <a:schemeClr val="accent5">
                  <a:lumMod val="95000"/>
                  <a:lumOff val="5000"/>
                </a:schemeClr>
              </a:gs>
              <a:gs pos="100000">
                <a:srgbClr val="1C325A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E34B3D9C-C667-3145-01DB-65904CBFE045}"/>
              </a:ext>
            </a:extLst>
          </p:cNvPr>
          <p:cNvCxnSpPr>
            <a:cxnSpLocks/>
          </p:cNvCxnSpPr>
          <p:nvPr/>
        </p:nvCxnSpPr>
        <p:spPr>
          <a:xfrm>
            <a:off x="3359944" y="3196826"/>
            <a:ext cx="1167606" cy="55268"/>
          </a:xfrm>
          <a:prstGeom prst="straightConnector1">
            <a:avLst/>
          </a:prstGeom>
          <a:ln w="19050">
            <a:solidFill>
              <a:srgbClr val="003A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208CBC1F-7679-D6B9-6E30-77CB99ECA267}"/>
                  </a:ext>
                </a:extLst>
              </p:cNvPr>
              <p:cNvSpPr txBox="1"/>
              <p:nvPr/>
            </p:nvSpPr>
            <p:spPr>
              <a:xfrm>
                <a:off x="4865777" y="3736744"/>
                <a:ext cx="78245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̅"/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acc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d</m:t>
                      </m:r>
                      <m:acc>
                        <m:accPr>
                          <m:chr m:val="̅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acc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208CBC1F-7679-D6B9-6E30-77CB99ECA2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5777" y="3736744"/>
                <a:ext cx="782458" cy="307777"/>
              </a:xfrm>
              <a:prstGeom prst="rect">
                <a:avLst/>
              </a:prstGeom>
              <a:blipFill>
                <a:blip r:embed="rId4"/>
                <a:stretch>
                  <a:fillRect l="-4651" r="-39535" b="-8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7ED9E766-2C13-AF86-25A2-3B049A5AE732}"/>
                  </a:ext>
                </a:extLst>
              </p:cNvPr>
              <p:cNvSpPr txBox="1"/>
              <p:nvPr/>
            </p:nvSpPr>
            <p:spPr>
              <a:xfrm>
                <a:off x="4086012" y="2829218"/>
                <a:ext cx="338234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d</m:t>
                      </m:r>
                      <m:acc>
                        <m:accPr>
                          <m:chr m:val="̅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acc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7ED9E766-2C13-AF86-25A2-3B049A5AE7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6012" y="2829218"/>
                <a:ext cx="338234" cy="307777"/>
              </a:xfrm>
              <a:prstGeom prst="rect">
                <a:avLst/>
              </a:prstGeom>
              <a:blipFill>
                <a:blip r:embed="rId5"/>
                <a:stretch>
                  <a:fillRect l="-17857" r="-60714" b="-588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356BA0BB-F8E7-2DBD-6075-4819A0981B88}"/>
                  </a:ext>
                </a:extLst>
              </p:cNvPr>
              <p:cNvSpPr txBox="1"/>
              <p:nvPr/>
            </p:nvSpPr>
            <p:spPr>
              <a:xfrm>
                <a:off x="3891468" y="3288970"/>
                <a:ext cx="22121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̅"/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</m:acc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356BA0BB-F8E7-2DBD-6075-4819A0981B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1468" y="3288970"/>
                <a:ext cx="221214" cy="307777"/>
              </a:xfrm>
              <a:prstGeom prst="rect">
                <a:avLst/>
              </a:prstGeom>
              <a:blipFill>
                <a:blip r:embed="rId6"/>
                <a:stretch>
                  <a:fillRect l="-24324" t="-2000" r="-27027" b="-6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" name="Oval 105">
            <a:extLst>
              <a:ext uri="{FF2B5EF4-FFF2-40B4-BE49-F238E27FC236}">
                <a16:creationId xmlns:a16="http://schemas.microsoft.com/office/drawing/2014/main" id="{CB87576C-C070-0B72-4CBC-BC1874D0B68E}"/>
              </a:ext>
            </a:extLst>
          </p:cNvPr>
          <p:cNvSpPr/>
          <p:nvPr/>
        </p:nvSpPr>
        <p:spPr>
          <a:xfrm>
            <a:off x="2543936" y="4455410"/>
            <a:ext cx="75141" cy="7514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E5AE98CB-FB39-EF96-8C6C-13113B96B74D}"/>
              </a:ext>
            </a:extLst>
          </p:cNvPr>
          <p:cNvSpPr/>
          <p:nvPr/>
        </p:nvSpPr>
        <p:spPr>
          <a:xfrm>
            <a:off x="7988608" y="1959043"/>
            <a:ext cx="75141" cy="7514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277E5B09-9C51-D60F-1596-7410F0A12B18}"/>
                  </a:ext>
                </a:extLst>
              </p:cNvPr>
              <p:cNvSpPr txBox="1"/>
              <p:nvPr/>
            </p:nvSpPr>
            <p:spPr>
              <a:xfrm>
                <a:off x="2210257" y="4339091"/>
                <a:ext cx="338234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sz="2000" i="1" dirty="0"/>
              </a:p>
            </p:txBody>
          </p:sp>
        </mc:Choice>
        <mc:Fallback xmlns="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277E5B09-9C51-D60F-1596-7410F0A12B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0257" y="4339091"/>
                <a:ext cx="338234" cy="307777"/>
              </a:xfrm>
              <a:prstGeom prst="rect">
                <a:avLst/>
              </a:prstGeom>
              <a:blipFill>
                <a:blip r:embed="rId8"/>
                <a:stretch>
                  <a:fillRect l="-1818" b="-6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EA13599E-185B-8D65-F0AA-17C8509E6AD5}"/>
                  </a:ext>
                </a:extLst>
              </p:cNvPr>
              <p:cNvSpPr txBox="1"/>
              <p:nvPr/>
            </p:nvSpPr>
            <p:spPr>
              <a:xfrm>
                <a:off x="8071341" y="1805154"/>
                <a:ext cx="338234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2000" i="1" dirty="0"/>
              </a:p>
            </p:txBody>
          </p:sp>
        </mc:Choice>
        <mc:Fallback xmlns="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EA13599E-185B-8D65-F0AA-17C8509E6A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1341" y="1805154"/>
                <a:ext cx="338234" cy="307777"/>
              </a:xfrm>
              <a:prstGeom prst="rect">
                <a:avLst/>
              </a:prstGeom>
              <a:blipFill>
                <a:blip r:embed="rId9"/>
                <a:stretch>
                  <a:fillRect r="-1786" b="-588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E353C5F0-0B85-0E61-688B-5957767146FE}"/>
                  </a:ext>
                </a:extLst>
              </p:cNvPr>
              <p:cNvSpPr txBox="1"/>
              <p:nvPr/>
            </p:nvSpPr>
            <p:spPr>
              <a:xfrm>
                <a:off x="4886225" y="5408067"/>
                <a:ext cx="338234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𝑂</m:t>
                      </m:r>
                    </m:oMath>
                  </m:oMathPara>
                </a14:m>
                <a:endParaRPr lang="en-US" sz="2000" i="1" dirty="0"/>
              </a:p>
            </p:txBody>
          </p:sp>
        </mc:Choice>
        <mc:Fallback xmlns=""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E353C5F0-0B85-0E61-688B-5957767146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6225" y="5408067"/>
                <a:ext cx="338234" cy="307777"/>
              </a:xfrm>
              <a:prstGeom prst="rect">
                <a:avLst/>
              </a:prstGeom>
              <a:blipFill>
                <a:blip r:embed="rId10"/>
                <a:stretch>
                  <a:fillRect l="-3636" b="-588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6" name="Oval 115">
            <a:extLst>
              <a:ext uri="{FF2B5EF4-FFF2-40B4-BE49-F238E27FC236}">
                <a16:creationId xmlns:a16="http://schemas.microsoft.com/office/drawing/2014/main" id="{1F94DE46-3B02-3CBF-A744-80F7F6724376}"/>
              </a:ext>
            </a:extLst>
          </p:cNvPr>
          <p:cNvSpPr/>
          <p:nvPr/>
        </p:nvSpPr>
        <p:spPr>
          <a:xfrm>
            <a:off x="4848655" y="5417733"/>
            <a:ext cx="75141" cy="7514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36929ED0-B917-E87A-D914-BC6430751933}"/>
                  </a:ext>
                </a:extLst>
              </p:cNvPr>
              <p:cNvSpPr txBox="1"/>
              <p:nvPr/>
            </p:nvSpPr>
            <p:spPr>
              <a:xfrm>
                <a:off x="2966660" y="2977884"/>
                <a:ext cx="338234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sz="2000" i="1" dirty="0"/>
              </a:p>
            </p:txBody>
          </p:sp>
        </mc:Choice>
        <mc:Fallback xmlns="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36929ED0-B917-E87A-D914-BC64307519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6660" y="2977884"/>
                <a:ext cx="338234" cy="307777"/>
              </a:xfrm>
              <a:prstGeom prst="rect">
                <a:avLst/>
              </a:prstGeom>
              <a:blipFill>
                <a:blip r:embed="rId11"/>
                <a:stretch>
                  <a:fillRect l="-1818" b="-588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F862FADE-78B5-0E41-9A2E-33FCDB0A7B68}"/>
                  </a:ext>
                </a:extLst>
              </p:cNvPr>
              <p:cNvSpPr txBox="1"/>
              <p:nvPr/>
            </p:nvSpPr>
            <p:spPr>
              <a:xfrm>
                <a:off x="4662590" y="2347418"/>
                <a:ext cx="338234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US" sz="2000" i="1" dirty="0"/>
              </a:p>
            </p:txBody>
          </p:sp>
        </mc:Choice>
        <mc:Fallback xmlns=""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F862FADE-78B5-0E41-9A2E-33FCDB0A7B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2590" y="2347418"/>
                <a:ext cx="338234" cy="307777"/>
              </a:xfrm>
              <a:prstGeom prst="rect">
                <a:avLst/>
              </a:prstGeom>
              <a:blipFill>
                <a:blip r:embed="rId12"/>
                <a:stretch>
                  <a:fillRect l="-9091" r="-7273" b="-254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64144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F1DB02-023C-94EC-AF71-0BD6C2AEB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Arc 100">
            <a:extLst>
              <a:ext uri="{FF2B5EF4-FFF2-40B4-BE49-F238E27FC236}">
                <a16:creationId xmlns:a16="http://schemas.microsoft.com/office/drawing/2014/main" id="{1C18C743-36B9-E7D3-644E-BCEBC94E6E68}"/>
              </a:ext>
            </a:extLst>
          </p:cNvPr>
          <p:cNvSpPr/>
          <p:nvPr/>
        </p:nvSpPr>
        <p:spPr>
          <a:xfrm rot="1336568">
            <a:off x="3400329" y="2985954"/>
            <a:ext cx="303021" cy="330200"/>
          </a:xfrm>
          <a:prstGeom prst="arc">
            <a:avLst>
              <a:gd name="adj1" fmla="val 17541800"/>
              <a:gd name="adj2" fmla="val 227391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8A199E41-2CA4-6BC2-74D9-15EA841E81C6}"/>
              </a:ext>
            </a:extLst>
          </p:cNvPr>
          <p:cNvCxnSpPr>
            <a:cxnSpLocks/>
          </p:cNvCxnSpPr>
          <p:nvPr/>
        </p:nvCxnSpPr>
        <p:spPr>
          <a:xfrm>
            <a:off x="3131042" y="2707481"/>
            <a:ext cx="165685" cy="466724"/>
          </a:xfrm>
          <a:prstGeom prst="line">
            <a:avLst/>
          </a:prstGeom>
          <a:ln w="12700" cap="rnd">
            <a:solidFill>
              <a:schemeClr val="tx1">
                <a:lumMod val="85000"/>
                <a:lumOff val="15000"/>
              </a:schemeClr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D40CC65D-8E52-39B1-CEE0-B17C91BD7C66}"/>
                  </a:ext>
                </a:extLst>
              </p:cNvPr>
              <p:cNvSpPr txBox="1"/>
              <p:nvPr/>
            </p:nvSpPr>
            <p:spPr>
              <a:xfrm>
                <a:off x="3691825" y="4044521"/>
                <a:ext cx="19556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̅"/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acc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D40CC65D-8E52-39B1-CEE0-B17C91BD7C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1825" y="4044521"/>
                <a:ext cx="195566" cy="307777"/>
              </a:xfrm>
              <a:prstGeom prst="rect">
                <a:avLst/>
              </a:prstGeom>
              <a:blipFill>
                <a:blip r:embed="rId2"/>
                <a:stretch>
                  <a:fillRect l="-18750" r="-3437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reeform: Shape 3">
            <a:extLst>
              <a:ext uri="{FF2B5EF4-FFF2-40B4-BE49-F238E27FC236}">
                <a16:creationId xmlns:a16="http://schemas.microsoft.com/office/drawing/2014/main" id="{87502716-AB6F-D299-8615-FD22DCCF9747}"/>
              </a:ext>
            </a:extLst>
          </p:cNvPr>
          <p:cNvSpPr/>
          <p:nvPr/>
        </p:nvSpPr>
        <p:spPr>
          <a:xfrm>
            <a:off x="2590510" y="1999527"/>
            <a:ext cx="5428526" cy="2465407"/>
          </a:xfrm>
          <a:custGeom>
            <a:avLst/>
            <a:gdLst>
              <a:gd name="csX0" fmla="*/ 0 w 5428526"/>
              <a:gd name="csY0" fmla="*/ 2465407 h 2465407"/>
              <a:gd name="csX1" fmla="*/ 2372809 w 5428526"/>
              <a:gd name="csY1" fmla="*/ 706055 h 2465407"/>
              <a:gd name="csX2" fmla="*/ 5428526 w 5428526"/>
              <a:gd name="csY2" fmla="*/ 0 h 24654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428526" h="2465407">
                <a:moveTo>
                  <a:pt x="0" y="2465407"/>
                </a:moveTo>
                <a:cubicBezTo>
                  <a:pt x="559443" y="898002"/>
                  <a:pt x="1294435" y="572946"/>
                  <a:pt x="2372809" y="706055"/>
                </a:cubicBezTo>
                <a:cubicBezTo>
                  <a:pt x="3451183" y="839164"/>
                  <a:pt x="4058855" y="1492170"/>
                  <a:pt x="5428526" y="0"/>
                </a:cubicBezTo>
              </a:path>
            </a:pathLst>
          </a:custGeom>
          <a:noFill/>
          <a:ln w="28575" cap="rnd">
            <a:solidFill>
              <a:schemeClr val="accent1">
                <a:lumMod val="75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322A60F-A392-F3F8-461A-A5B665ED5D72}"/>
              </a:ext>
            </a:extLst>
          </p:cNvPr>
          <p:cNvCxnSpPr>
            <a:cxnSpLocks/>
            <a:endCxn id="26" idx="5"/>
          </p:cNvCxnSpPr>
          <p:nvPr/>
        </p:nvCxnSpPr>
        <p:spPr>
          <a:xfrm flipH="1" flipV="1">
            <a:off x="3342856" y="3230936"/>
            <a:ext cx="1543370" cy="2224482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7272C3E2-8279-0C84-F5FB-D2C76D424996}"/>
              </a:ext>
            </a:extLst>
          </p:cNvPr>
          <p:cNvSpPr/>
          <p:nvPr/>
        </p:nvSpPr>
        <p:spPr>
          <a:xfrm>
            <a:off x="4671218" y="2629693"/>
            <a:ext cx="116681" cy="116681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54000">
                <a:schemeClr val="accent5">
                  <a:lumMod val="95000"/>
                  <a:lumOff val="5000"/>
                </a:schemeClr>
              </a:gs>
              <a:gs pos="100000">
                <a:srgbClr val="1C325A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5863511-D0F5-16DF-D039-5E91A8DC0750}"/>
              </a:ext>
            </a:extLst>
          </p:cNvPr>
          <p:cNvCxnSpPr>
            <a:cxnSpLocks/>
            <a:endCxn id="32" idx="4"/>
          </p:cNvCxnSpPr>
          <p:nvPr/>
        </p:nvCxnSpPr>
        <p:spPr>
          <a:xfrm flipH="1" flipV="1">
            <a:off x="4729559" y="2746374"/>
            <a:ext cx="156667" cy="2709044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095F0F8D-4F58-E1E7-78E0-E0F70C5CC466}"/>
              </a:ext>
            </a:extLst>
          </p:cNvPr>
          <p:cNvCxnSpPr>
            <a:cxnSpLocks/>
          </p:cNvCxnSpPr>
          <p:nvPr/>
        </p:nvCxnSpPr>
        <p:spPr>
          <a:xfrm>
            <a:off x="4212431" y="2368668"/>
            <a:ext cx="312738" cy="880963"/>
          </a:xfrm>
          <a:prstGeom prst="line">
            <a:avLst/>
          </a:prstGeom>
          <a:ln w="12700" cap="rnd">
            <a:solidFill>
              <a:schemeClr val="tx1">
                <a:lumMod val="85000"/>
                <a:lumOff val="15000"/>
              </a:schemeClr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7CAC9EF2-E6E3-B0AF-B9E2-406CDDF0FDF4}"/>
              </a:ext>
            </a:extLst>
          </p:cNvPr>
          <p:cNvCxnSpPr>
            <a:cxnSpLocks/>
            <a:stCxn id="26" idx="7"/>
            <a:endCxn id="32" idx="2"/>
          </p:cNvCxnSpPr>
          <p:nvPr/>
        </p:nvCxnSpPr>
        <p:spPr>
          <a:xfrm flipV="1">
            <a:off x="3342856" y="2688034"/>
            <a:ext cx="1328362" cy="460397"/>
          </a:xfrm>
          <a:prstGeom prst="straightConnector1">
            <a:avLst/>
          </a:prstGeom>
          <a:ln w="19050">
            <a:solidFill>
              <a:srgbClr val="862626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AAFCDFD3-DA6B-9FBC-45DC-766384B751C8}"/>
              </a:ext>
            </a:extLst>
          </p:cNvPr>
          <p:cNvSpPr/>
          <p:nvPr/>
        </p:nvSpPr>
        <p:spPr>
          <a:xfrm>
            <a:off x="3243263" y="3131343"/>
            <a:ext cx="116681" cy="116681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54000">
                <a:schemeClr val="accent5">
                  <a:lumMod val="95000"/>
                  <a:lumOff val="5000"/>
                </a:schemeClr>
              </a:gs>
              <a:gs pos="100000">
                <a:srgbClr val="1C325A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397882B5-0BDD-9312-EB1D-899C21DBE611}"/>
              </a:ext>
            </a:extLst>
          </p:cNvPr>
          <p:cNvCxnSpPr>
            <a:cxnSpLocks/>
          </p:cNvCxnSpPr>
          <p:nvPr/>
        </p:nvCxnSpPr>
        <p:spPr>
          <a:xfrm>
            <a:off x="3359944" y="3196826"/>
            <a:ext cx="1167606" cy="55268"/>
          </a:xfrm>
          <a:prstGeom prst="straightConnector1">
            <a:avLst/>
          </a:prstGeom>
          <a:ln w="19050">
            <a:solidFill>
              <a:srgbClr val="003A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D7E73836-6CCC-3198-B0AD-83EA3FB95441}"/>
              </a:ext>
            </a:extLst>
          </p:cNvPr>
          <p:cNvCxnSpPr/>
          <p:nvPr/>
        </p:nvCxnSpPr>
        <p:spPr>
          <a:xfrm flipV="1">
            <a:off x="3183731" y="2436019"/>
            <a:ext cx="1052513" cy="373130"/>
          </a:xfrm>
          <a:prstGeom prst="straightConnector1">
            <a:avLst/>
          </a:prstGeom>
          <a:ln>
            <a:solidFill>
              <a:schemeClr val="tx1"/>
            </a:solidFill>
            <a:headEnd type="arrow"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2BE0F641-0BCF-218F-9BE8-5D3CD4D7AE67}"/>
                  </a:ext>
                </a:extLst>
              </p:cNvPr>
              <p:cNvSpPr txBox="1"/>
              <p:nvPr/>
            </p:nvSpPr>
            <p:spPr>
              <a:xfrm rot="20393323">
                <a:off x="3558032" y="2471807"/>
                <a:ext cx="283989" cy="31425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∥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2BE0F641-0BCF-218F-9BE8-5D3CD4D7AE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393323">
                <a:off x="3558032" y="2471807"/>
                <a:ext cx="283989" cy="314253"/>
              </a:xfrm>
              <a:prstGeom prst="rect">
                <a:avLst/>
              </a:prstGeom>
              <a:blipFill>
                <a:blip r:embed="rId3"/>
                <a:stretch>
                  <a:fillRect l="-11290" r="-14516" b="-923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1AB4254A-E98D-84D7-7E60-ED11869FF266}"/>
                  </a:ext>
                </a:extLst>
              </p:cNvPr>
              <p:cNvSpPr txBox="1"/>
              <p:nvPr/>
            </p:nvSpPr>
            <p:spPr>
              <a:xfrm>
                <a:off x="4865777" y="3736744"/>
                <a:ext cx="78245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̅"/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acc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d</m:t>
                      </m:r>
                      <m:acc>
                        <m:accPr>
                          <m:chr m:val="̅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acc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1AB4254A-E98D-84D7-7E60-ED11869FF2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5777" y="3736744"/>
                <a:ext cx="782458" cy="307777"/>
              </a:xfrm>
              <a:prstGeom prst="rect">
                <a:avLst/>
              </a:prstGeom>
              <a:blipFill>
                <a:blip r:embed="rId4"/>
                <a:stretch>
                  <a:fillRect l="-4651" r="-39535" b="-8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CE2765A7-BA9C-2D72-D56B-B866A029A926}"/>
                  </a:ext>
                </a:extLst>
              </p:cNvPr>
              <p:cNvSpPr txBox="1"/>
              <p:nvPr/>
            </p:nvSpPr>
            <p:spPr>
              <a:xfrm>
                <a:off x="4086012" y="2829218"/>
                <a:ext cx="338234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d</m:t>
                      </m:r>
                      <m:acc>
                        <m:accPr>
                          <m:chr m:val="̅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acc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CE2765A7-BA9C-2D72-D56B-B866A029A9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6012" y="2829218"/>
                <a:ext cx="338234" cy="307777"/>
              </a:xfrm>
              <a:prstGeom prst="rect">
                <a:avLst/>
              </a:prstGeom>
              <a:blipFill>
                <a:blip r:embed="rId5"/>
                <a:stretch>
                  <a:fillRect l="-17857" r="-60714" b="-588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515E3208-8316-AB01-1224-96F0875AD2EC}"/>
                  </a:ext>
                </a:extLst>
              </p:cNvPr>
              <p:cNvSpPr txBox="1"/>
              <p:nvPr/>
            </p:nvSpPr>
            <p:spPr>
              <a:xfrm>
                <a:off x="3891468" y="3288970"/>
                <a:ext cx="22121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̅"/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</m:acc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515E3208-8316-AB01-1224-96F0875AD2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1468" y="3288970"/>
                <a:ext cx="221214" cy="307777"/>
              </a:xfrm>
              <a:prstGeom prst="rect">
                <a:avLst/>
              </a:prstGeom>
              <a:blipFill>
                <a:blip r:embed="rId6"/>
                <a:stretch>
                  <a:fillRect l="-24324" t="-2000" r="-27027" b="-6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C3F4BC6F-7972-C1B2-33D3-92FF611D9AE8}"/>
                  </a:ext>
                </a:extLst>
              </p:cNvPr>
              <p:cNvSpPr txBox="1"/>
              <p:nvPr/>
            </p:nvSpPr>
            <p:spPr>
              <a:xfrm>
                <a:off x="3659292" y="2958758"/>
                <a:ext cx="338234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US" sz="2000" i="1" dirty="0"/>
              </a:p>
            </p:txBody>
          </p:sp>
        </mc:Choice>
        <mc:Fallback xmlns="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C3F4BC6F-7972-C1B2-33D3-92FF611D9A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9292" y="2958758"/>
                <a:ext cx="338234" cy="307777"/>
              </a:xfrm>
              <a:prstGeom prst="rect">
                <a:avLst/>
              </a:prstGeom>
              <a:blipFill>
                <a:blip r:embed="rId7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" name="Oval 105">
            <a:extLst>
              <a:ext uri="{FF2B5EF4-FFF2-40B4-BE49-F238E27FC236}">
                <a16:creationId xmlns:a16="http://schemas.microsoft.com/office/drawing/2014/main" id="{C39A8063-C6FD-F393-9236-8B0D22731AB4}"/>
              </a:ext>
            </a:extLst>
          </p:cNvPr>
          <p:cNvSpPr/>
          <p:nvPr/>
        </p:nvSpPr>
        <p:spPr>
          <a:xfrm>
            <a:off x="2543936" y="4455410"/>
            <a:ext cx="75141" cy="7514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E66EA0DB-6674-0F59-B29A-1716042AE471}"/>
              </a:ext>
            </a:extLst>
          </p:cNvPr>
          <p:cNvSpPr/>
          <p:nvPr/>
        </p:nvSpPr>
        <p:spPr>
          <a:xfrm>
            <a:off x="7988608" y="1959043"/>
            <a:ext cx="75141" cy="7514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38A67961-5041-045D-E92E-E2380165E600}"/>
                  </a:ext>
                </a:extLst>
              </p:cNvPr>
              <p:cNvSpPr txBox="1"/>
              <p:nvPr/>
            </p:nvSpPr>
            <p:spPr>
              <a:xfrm>
                <a:off x="2210257" y="4339091"/>
                <a:ext cx="338234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sz="2000" i="1" dirty="0"/>
              </a:p>
            </p:txBody>
          </p:sp>
        </mc:Choice>
        <mc:Fallback xmlns="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38A67961-5041-045D-E92E-E2380165E6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0257" y="4339091"/>
                <a:ext cx="338234" cy="307777"/>
              </a:xfrm>
              <a:prstGeom prst="rect">
                <a:avLst/>
              </a:prstGeom>
              <a:blipFill>
                <a:blip r:embed="rId8"/>
                <a:stretch>
                  <a:fillRect l="-1818" b="-6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0BCD1608-0E3B-8B03-DC37-D8A50660DE1F}"/>
                  </a:ext>
                </a:extLst>
              </p:cNvPr>
              <p:cNvSpPr txBox="1"/>
              <p:nvPr/>
            </p:nvSpPr>
            <p:spPr>
              <a:xfrm>
                <a:off x="8071341" y="1805154"/>
                <a:ext cx="338234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2000" i="1" dirty="0"/>
              </a:p>
            </p:txBody>
          </p:sp>
        </mc:Choice>
        <mc:Fallback xmlns="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0BCD1608-0E3B-8B03-DC37-D8A50660DE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1341" y="1805154"/>
                <a:ext cx="338234" cy="307777"/>
              </a:xfrm>
              <a:prstGeom prst="rect">
                <a:avLst/>
              </a:prstGeom>
              <a:blipFill>
                <a:blip r:embed="rId9"/>
                <a:stretch>
                  <a:fillRect r="-1786" b="-588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24FC8F4E-919F-92F3-1A12-59935A8E5222}"/>
                  </a:ext>
                </a:extLst>
              </p:cNvPr>
              <p:cNvSpPr txBox="1"/>
              <p:nvPr/>
            </p:nvSpPr>
            <p:spPr>
              <a:xfrm>
                <a:off x="4886225" y="5408067"/>
                <a:ext cx="338234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𝑂</m:t>
                      </m:r>
                    </m:oMath>
                  </m:oMathPara>
                </a14:m>
                <a:endParaRPr lang="en-US" sz="2000" i="1" dirty="0"/>
              </a:p>
            </p:txBody>
          </p:sp>
        </mc:Choice>
        <mc:Fallback xmlns=""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24FC8F4E-919F-92F3-1A12-59935A8E52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6225" y="5408067"/>
                <a:ext cx="338234" cy="307777"/>
              </a:xfrm>
              <a:prstGeom prst="rect">
                <a:avLst/>
              </a:prstGeom>
              <a:blipFill>
                <a:blip r:embed="rId10"/>
                <a:stretch>
                  <a:fillRect l="-3636" b="-588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6" name="Oval 115">
            <a:extLst>
              <a:ext uri="{FF2B5EF4-FFF2-40B4-BE49-F238E27FC236}">
                <a16:creationId xmlns:a16="http://schemas.microsoft.com/office/drawing/2014/main" id="{B48AF66E-1E0E-802D-044E-CED43284E1F2}"/>
              </a:ext>
            </a:extLst>
          </p:cNvPr>
          <p:cNvSpPr/>
          <p:nvPr/>
        </p:nvSpPr>
        <p:spPr>
          <a:xfrm>
            <a:off x="4848655" y="5417733"/>
            <a:ext cx="75141" cy="7514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B4385092-4992-4D7D-8009-1A71B8072DB7}"/>
                  </a:ext>
                </a:extLst>
              </p:cNvPr>
              <p:cNvSpPr txBox="1"/>
              <p:nvPr/>
            </p:nvSpPr>
            <p:spPr>
              <a:xfrm>
                <a:off x="2966660" y="2977884"/>
                <a:ext cx="338234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sz="2000" i="1" dirty="0"/>
              </a:p>
            </p:txBody>
          </p:sp>
        </mc:Choice>
        <mc:Fallback xmlns="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B4385092-4992-4D7D-8009-1A71B8072D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6660" y="2977884"/>
                <a:ext cx="338234" cy="307777"/>
              </a:xfrm>
              <a:prstGeom prst="rect">
                <a:avLst/>
              </a:prstGeom>
              <a:blipFill>
                <a:blip r:embed="rId11"/>
                <a:stretch>
                  <a:fillRect l="-1818" b="-588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4C705AC2-C692-301B-BACF-8DB808D87021}"/>
                  </a:ext>
                </a:extLst>
              </p:cNvPr>
              <p:cNvSpPr txBox="1"/>
              <p:nvPr/>
            </p:nvSpPr>
            <p:spPr>
              <a:xfrm>
                <a:off x="4662590" y="2347418"/>
                <a:ext cx="338234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US" sz="2000" i="1" dirty="0"/>
              </a:p>
            </p:txBody>
          </p:sp>
        </mc:Choice>
        <mc:Fallback xmlns=""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4C705AC2-C692-301B-BACF-8DB808D870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2590" y="2347418"/>
                <a:ext cx="338234" cy="307777"/>
              </a:xfrm>
              <a:prstGeom prst="rect">
                <a:avLst/>
              </a:prstGeom>
              <a:blipFill>
                <a:blip r:embed="rId12"/>
                <a:stretch>
                  <a:fillRect l="-9091" r="-7273" b="-254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6725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rc 11">
            <a:extLst>
              <a:ext uri="{FF2B5EF4-FFF2-40B4-BE49-F238E27FC236}">
                <a16:creationId xmlns:a16="http://schemas.microsoft.com/office/drawing/2014/main" id="{FD847279-352E-ABD8-C209-3F57EA5AF73D}"/>
              </a:ext>
            </a:extLst>
          </p:cNvPr>
          <p:cNvSpPr/>
          <p:nvPr/>
        </p:nvSpPr>
        <p:spPr>
          <a:xfrm rot="550380">
            <a:off x="2832498" y="2407333"/>
            <a:ext cx="385206" cy="400369"/>
          </a:xfrm>
          <a:prstGeom prst="arc">
            <a:avLst>
              <a:gd name="adj1" fmla="val 16958553"/>
              <a:gd name="adj2" fmla="val 750384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3B3A3032-56A7-08DC-DE03-EFA064163E36}"/>
              </a:ext>
            </a:extLst>
          </p:cNvPr>
          <p:cNvSpPr/>
          <p:nvPr/>
        </p:nvSpPr>
        <p:spPr>
          <a:xfrm>
            <a:off x="2199190" y="1631158"/>
            <a:ext cx="3275635" cy="2049591"/>
          </a:xfrm>
          <a:custGeom>
            <a:avLst/>
            <a:gdLst>
              <a:gd name="csX0" fmla="*/ 0 w 3275635"/>
              <a:gd name="csY0" fmla="*/ 2049591 h 2049591"/>
              <a:gd name="csX1" fmla="*/ 1342663 w 3275635"/>
              <a:gd name="csY1" fmla="*/ 463860 h 2049591"/>
              <a:gd name="csX2" fmla="*/ 3275635 w 3275635"/>
              <a:gd name="csY2" fmla="*/ 872 h 204959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275635" h="2049591">
                <a:moveTo>
                  <a:pt x="0" y="2049591"/>
                </a:moveTo>
                <a:cubicBezTo>
                  <a:pt x="166868" y="1647370"/>
                  <a:pt x="646252" y="886337"/>
                  <a:pt x="1342663" y="463860"/>
                </a:cubicBezTo>
                <a:cubicBezTo>
                  <a:pt x="2039074" y="41383"/>
                  <a:pt x="2825186" y="-7809"/>
                  <a:pt x="3275635" y="872"/>
                </a:cubicBezTo>
              </a:path>
            </a:pathLst>
          </a:custGeom>
          <a:noFill/>
          <a:ln w="19050">
            <a:solidFill>
              <a:schemeClr val="accent1">
                <a:lumMod val="50000"/>
                <a:alpha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2B67A0E-48FD-3839-804D-0F20F8C0BB22}"/>
              </a:ext>
            </a:extLst>
          </p:cNvPr>
          <p:cNvCxnSpPr>
            <a:cxnSpLocks/>
          </p:cNvCxnSpPr>
          <p:nvPr/>
        </p:nvCxnSpPr>
        <p:spPr>
          <a:xfrm flipV="1">
            <a:off x="2867665" y="1866900"/>
            <a:ext cx="758979" cy="796196"/>
          </a:xfrm>
          <a:prstGeom prst="straightConnector1">
            <a:avLst/>
          </a:prstGeom>
          <a:ln w="28575" cap="rnd">
            <a:solidFill>
              <a:srgbClr val="862626"/>
            </a:solidFill>
            <a:round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BCE6F67-9DC2-7750-9BEC-84BCA006C11D}"/>
              </a:ext>
            </a:extLst>
          </p:cNvPr>
          <p:cNvCxnSpPr>
            <a:cxnSpLocks/>
          </p:cNvCxnSpPr>
          <p:nvPr/>
        </p:nvCxnSpPr>
        <p:spPr>
          <a:xfrm>
            <a:off x="2867665" y="2663096"/>
            <a:ext cx="2373676" cy="112357"/>
          </a:xfrm>
          <a:prstGeom prst="straightConnector1">
            <a:avLst/>
          </a:prstGeom>
          <a:ln w="28575" cap="rnd">
            <a:solidFill>
              <a:srgbClr val="003A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05CB6731-BF10-D527-7411-93C6197E6B15}"/>
              </a:ext>
            </a:extLst>
          </p:cNvPr>
          <p:cNvSpPr/>
          <p:nvPr/>
        </p:nvSpPr>
        <p:spPr>
          <a:xfrm>
            <a:off x="2809325" y="2603962"/>
            <a:ext cx="116681" cy="116681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54000">
                <a:schemeClr val="accent5">
                  <a:lumMod val="95000"/>
                  <a:lumOff val="5000"/>
                </a:schemeClr>
              </a:gs>
              <a:gs pos="100000">
                <a:srgbClr val="080E1A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1E3C134-4E91-BCA3-F796-E961F2E543E8}"/>
                  </a:ext>
                </a:extLst>
              </p:cNvPr>
              <p:cNvSpPr txBox="1"/>
              <p:nvPr/>
            </p:nvSpPr>
            <p:spPr>
              <a:xfrm>
                <a:off x="3168127" y="2345726"/>
                <a:ext cx="338234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US" sz="2000" i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1E3C134-4E91-BCA3-F796-E961F2E543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8127" y="2345726"/>
                <a:ext cx="338234" cy="307777"/>
              </a:xfrm>
              <a:prstGeom prst="rect">
                <a:avLst/>
              </a:prstGeom>
              <a:blipFill>
                <a:blip r:embed="rId2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D2DE921-3CEF-96C4-8E6E-6A66A8608A6D}"/>
                  </a:ext>
                </a:extLst>
              </p:cNvPr>
              <p:cNvSpPr txBox="1"/>
              <p:nvPr/>
            </p:nvSpPr>
            <p:spPr>
              <a:xfrm>
                <a:off x="2921620" y="1900792"/>
                <a:ext cx="338234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acc>
                        <m:accPr>
                          <m:chr m:val="̅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acc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D2DE921-3CEF-96C4-8E6E-6A66A8608A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1620" y="1900792"/>
                <a:ext cx="338234" cy="307777"/>
              </a:xfrm>
              <a:prstGeom prst="rect">
                <a:avLst/>
              </a:prstGeom>
              <a:blipFill>
                <a:blip r:embed="rId3"/>
                <a:stretch>
                  <a:fillRect l="-17857" r="-62500" b="-6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5D61438-0CE6-BC7F-6509-20F4921207AF}"/>
                  </a:ext>
                </a:extLst>
              </p:cNvPr>
              <p:cNvSpPr txBox="1"/>
              <p:nvPr/>
            </p:nvSpPr>
            <p:spPr>
              <a:xfrm>
                <a:off x="4139775" y="2785046"/>
                <a:ext cx="22121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̅"/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</m:acc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5D61438-0CE6-BC7F-6509-20F4921207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9775" y="2785046"/>
                <a:ext cx="221214" cy="307777"/>
              </a:xfrm>
              <a:prstGeom prst="rect">
                <a:avLst/>
              </a:prstGeom>
              <a:blipFill>
                <a:blip r:embed="rId4"/>
                <a:stretch>
                  <a:fillRect l="-25000" t="-2000" r="-30556" b="-6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56105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55C9B2C4-FCE5-2296-8D58-7A2F8A91BFC0}"/>
              </a:ext>
            </a:extLst>
          </p:cNvPr>
          <p:cNvCxnSpPr>
            <a:cxnSpLocks/>
          </p:cNvCxnSpPr>
          <p:nvPr/>
        </p:nvCxnSpPr>
        <p:spPr>
          <a:xfrm>
            <a:off x="3039660" y="2599961"/>
            <a:ext cx="272659" cy="214677"/>
          </a:xfrm>
          <a:prstGeom prst="straightConnector1">
            <a:avLst/>
          </a:prstGeom>
          <a:ln w="28575" cap="rnd">
            <a:solidFill>
              <a:srgbClr val="862626">
                <a:alpha val="50000"/>
              </a:srgbClr>
            </a:solidFill>
            <a:round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5ED8BE0-320D-E0D3-3684-5DFEE2522C3B}"/>
              </a:ext>
            </a:extLst>
          </p:cNvPr>
          <p:cNvCxnSpPr>
            <a:cxnSpLocks/>
          </p:cNvCxnSpPr>
          <p:nvPr/>
        </p:nvCxnSpPr>
        <p:spPr>
          <a:xfrm>
            <a:off x="3312319" y="2814638"/>
            <a:ext cx="350044" cy="118041"/>
          </a:xfrm>
          <a:prstGeom prst="straightConnector1">
            <a:avLst/>
          </a:prstGeom>
          <a:ln w="28575" cap="rnd">
            <a:solidFill>
              <a:srgbClr val="862626">
                <a:alpha val="50000"/>
              </a:srgbClr>
            </a:solidFill>
            <a:round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29A5716-ACC9-BF18-60A2-4484A120254A}"/>
              </a:ext>
            </a:extLst>
          </p:cNvPr>
          <p:cNvCxnSpPr>
            <a:cxnSpLocks/>
          </p:cNvCxnSpPr>
          <p:nvPr/>
        </p:nvCxnSpPr>
        <p:spPr>
          <a:xfrm>
            <a:off x="3662363" y="2932679"/>
            <a:ext cx="350044" cy="32212"/>
          </a:xfrm>
          <a:prstGeom prst="straightConnector1">
            <a:avLst/>
          </a:prstGeom>
          <a:ln w="28575" cap="rnd">
            <a:solidFill>
              <a:srgbClr val="862626">
                <a:alpha val="50000"/>
              </a:srgbClr>
            </a:solidFill>
            <a:round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9ADCFB3-F5A8-69C9-8F48-641E9C1BEC04}"/>
              </a:ext>
            </a:extLst>
          </p:cNvPr>
          <p:cNvCxnSpPr>
            <a:cxnSpLocks/>
          </p:cNvCxnSpPr>
          <p:nvPr/>
        </p:nvCxnSpPr>
        <p:spPr>
          <a:xfrm flipV="1">
            <a:off x="4012407" y="2932679"/>
            <a:ext cx="333374" cy="32212"/>
          </a:xfrm>
          <a:prstGeom prst="straightConnector1">
            <a:avLst/>
          </a:prstGeom>
          <a:ln w="28575" cap="rnd">
            <a:solidFill>
              <a:srgbClr val="862626">
                <a:alpha val="50000"/>
              </a:srgbClr>
            </a:solidFill>
            <a:round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C6FD6FD-8622-3190-CBEC-5606E5FBC003}"/>
              </a:ext>
            </a:extLst>
          </p:cNvPr>
          <p:cNvCxnSpPr>
            <a:cxnSpLocks/>
          </p:cNvCxnSpPr>
          <p:nvPr/>
        </p:nvCxnSpPr>
        <p:spPr>
          <a:xfrm flipV="1">
            <a:off x="4345781" y="2845594"/>
            <a:ext cx="333374" cy="87085"/>
          </a:xfrm>
          <a:prstGeom prst="straightConnector1">
            <a:avLst/>
          </a:prstGeom>
          <a:ln w="28575" cap="rnd">
            <a:solidFill>
              <a:srgbClr val="862626">
                <a:alpha val="50000"/>
              </a:srgbClr>
            </a:solidFill>
            <a:round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726A5D7-747C-377C-A4D5-8D2D573872F9}"/>
              </a:ext>
            </a:extLst>
          </p:cNvPr>
          <p:cNvCxnSpPr>
            <a:cxnSpLocks/>
          </p:cNvCxnSpPr>
          <p:nvPr/>
        </p:nvCxnSpPr>
        <p:spPr>
          <a:xfrm flipV="1">
            <a:off x="4679155" y="2707299"/>
            <a:ext cx="295276" cy="138295"/>
          </a:xfrm>
          <a:prstGeom prst="straightConnector1">
            <a:avLst/>
          </a:prstGeom>
          <a:ln w="28575" cap="rnd">
            <a:solidFill>
              <a:srgbClr val="862626"/>
            </a:solidFill>
            <a:round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3C3B8B4-9855-9FDF-F14F-081CEE1D51B6}"/>
              </a:ext>
            </a:extLst>
          </p:cNvPr>
          <p:cNvCxnSpPr>
            <a:cxnSpLocks/>
          </p:cNvCxnSpPr>
          <p:nvPr/>
        </p:nvCxnSpPr>
        <p:spPr>
          <a:xfrm flipV="1">
            <a:off x="4974431" y="2500901"/>
            <a:ext cx="325361" cy="206398"/>
          </a:xfrm>
          <a:prstGeom prst="straightConnector1">
            <a:avLst/>
          </a:prstGeom>
          <a:ln w="28575" cap="rnd">
            <a:solidFill>
              <a:srgbClr val="862626">
                <a:alpha val="50000"/>
              </a:srgbClr>
            </a:solidFill>
            <a:round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CECB20E-F8A0-C227-A017-F668D76DDC03}"/>
              </a:ext>
            </a:extLst>
          </p:cNvPr>
          <p:cNvCxnSpPr>
            <a:cxnSpLocks/>
          </p:cNvCxnSpPr>
          <p:nvPr/>
        </p:nvCxnSpPr>
        <p:spPr>
          <a:xfrm flipV="1">
            <a:off x="5299792" y="2274094"/>
            <a:ext cx="295276" cy="226807"/>
          </a:xfrm>
          <a:prstGeom prst="straightConnector1">
            <a:avLst/>
          </a:prstGeom>
          <a:ln w="28575" cap="rnd">
            <a:solidFill>
              <a:srgbClr val="862626">
                <a:alpha val="50000"/>
              </a:srgbClr>
            </a:solidFill>
            <a:round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154146F-7348-56CD-D6D0-3B8BEBC2275B}"/>
              </a:ext>
            </a:extLst>
          </p:cNvPr>
          <p:cNvCxnSpPr>
            <a:cxnSpLocks/>
          </p:cNvCxnSpPr>
          <p:nvPr/>
        </p:nvCxnSpPr>
        <p:spPr>
          <a:xfrm flipV="1">
            <a:off x="5595068" y="2047287"/>
            <a:ext cx="325361" cy="226807"/>
          </a:xfrm>
          <a:prstGeom prst="straightConnector1">
            <a:avLst/>
          </a:prstGeom>
          <a:ln w="28575" cap="rnd">
            <a:solidFill>
              <a:srgbClr val="862626">
                <a:alpha val="50000"/>
              </a:srgbClr>
            </a:solidFill>
            <a:round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9A6D79A-51E6-0C62-4A6B-037DB8D2A3E3}"/>
              </a:ext>
            </a:extLst>
          </p:cNvPr>
          <p:cNvCxnSpPr>
            <a:cxnSpLocks/>
          </p:cNvCxnSpPr>
          <p:nvPr/>
        </p:nvCxnSpPr>
        <p:spPr>
          <a:xfrm flipV="1">
            <a:off x="5920429" y="1843088"/>
            <a:ext cx="325361" cy="204199"/>
          </a:xfrm>
          <a:prstGeom prst="straightConnector1">
            <a:avLst/>
          </a:prstGeom>
          <a:ln w="28575" cap="rnd">
            <a:solidFill>
              <a:srgbClr val="862626">
                <a:alpha val="50000"/>
              </a:srgbClr>
            </a:solidFill>
            <a:round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F361299-8CAC-34EE-6085-400B7776EEDD}"/>
              </a:ext>
            </a:extLst>
          </p:cNvPr>
          <p:cNvCxnSpPr>
            <a:cxnSpLocks/>
          </p:cNvCxnSpPr>
          <p:nvPr/>
        </p:nvCxnSpPr>
        <p:spPr>
          <a:xfrm flipV="1">
            <a:off x="6245790" y="1674019"/>
            <a:ext cx="300266" cy="169069"/>
          </a:xfrm>
          <a:prstGeom prst="straightConnector1">
            <a:avLst/>
          </a:prstGeom>
          <a:ln w="28575" cap="rnd">
            <a:solidFill>
              <a:srgbClr val="862626">
                <a:alpha val="50000"/>
              </a:srgbClr>
            </a:solidFill>
            <a:round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A65EF9D-1F6F-4899-A441-2864E408E577}"/>
              </a:ext>
            </a:extLst>
          </p:cNvPr>
          <p:cNvCxnSpPr>
            <a:cxnSpLocks/>
          </p:cNvCxnSpPr>
          <p:nvPr/>
        </p:nvCxnSpPr>
        <p:spPr>
          <a:xfrm flipV="1">
            <a:off x="6546056" y="1531144"/>
            <a:ext cx="325361" cy="142875"/>
          </a:xfrm>
          <a:prstGeom prst="straightConnector1">
            <a:avLst/>
          </a:prstGeom>
          <a:ln w="28575" cap="rnd">
            <a:solidFill>
              <a:srgbClr val="862626">
                <a:alpha val="50000"/>
              </a:srgbClr>
            </a:solidFill>
            <a:round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D5B5524-A10B-8063-DA90-7EEEE6780FE7}"/>
              </a:ext>
            </a:extLst>
          </p:cNvPr>
          <p:cNvCxnSpPr>
            <a:cxnSpLocks/>
          </p:cNvCxnSpPr>
          <p:nvPr/>
        </p:nvCxnSpPr>
        <p:spPr>
          <a:xfrm flipV="1">
            <a:off x="6871417" y="1414463"/>
            <a:ext cx="325361" cy="116681"/>
          </a:xfrm>
          <a:prstGeom prst="straightConnector1">
            <a:avLst/>
          </a:prstGeom>
          <a:ln w="28575" cap="rnd">
            <a:solidFill>
              <a:srgbClr val="862626">
                <a:alpha val="50000"/>
              </a:srgbClr>
            </a:solidFill>
            <a:round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AE204BF-90BA-DE73-66A2-93228726D3E3}"/>
              </a:ext>
            </a:extLst>
          </p:cNvPr>
          <p:cNvCxnSpPr>
            <a:cxnSpLocks/>
          </p:cNvCxnSpPr>
          <p:nvPr/>
        </p:nvCxnSpPr>
        <p:spPr>
          <a:xfrm flipV="1">
            <a:off x="7202090" y="1356122"/>
            <a:ext cx="328018" cy="58341"/>
          </a:xfrm>
          <a:prstGeom prst="straightConnector1">
            <a:avLst/>
          </a:prstGeom>
          <a:ln w="28575" cap="rnd">
            <a:solidFill>
              <a:srgbClr val="862626">
                <a:alpha val="50000"/>
              </a:srgbClr>
            </a:solidFill>
            <a:round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BF65C57-1F65-BB7C-30EA-89005B41A309}"/>
              </a:ext>
            </a:extLst>
          </p:cNvPr>
          <p:cNvCxnSpPr>
            <a:cxnSpLocks/>
          </p:cNvCxnSpPr>
          <p:nvPr/>
        </p:nvCxnSpPr>
        <p:spPr>
          <a:xfrm flipV="1">
            <a:off x="7530108" y="1327009"/>
            <a:ext cx="328018" cy="29113"/>
          </a:xfrm>
          <a:prstGeom prst="straightConnector1">
            <a:avLst/>
          </a:prstGeom>
          <a:ln w="28575" cap="rnd">
            <a:solidFill>
              <a:srgbClr val="862626">
                <a:alpha val="50000"/>
              </a:srgbClr>
            </a:solidFill>
            <a:round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F43E93F-25E4-C44F-2DD0-8E2C53F3159E}"/>
                  </a:ext>
                </a:extLst>
              </p:cNvPr>
              <p:cNvSpPr txBox="1"/>
              <p:nvPr/>
            </p:nvSpPr>
            <p:spPr>
              <a:xfrm>
                <a:off x="4030927" y="5739634"/>
                <a:ext cx="338234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𝑂</m:t>
                      </m:r>
                    </m:oMath>
                  </m:oMathPara>
                </a14:m>
                <a:endParaRPr lang="en-US" sz="2000" i="1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F43E93F-25E4-C44F-2DD0-8E2C53F315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0927" y="5739634"/>
                <a:ext cx="338234" cy="307777"/>
              </a:xfrm>
              <a:prstGeom prst="rect">
                <a:avLst/>
              </a:prstGeom>
              <a:blipFill>
                <a:blip r:embed="rId2"/>
                <a:stretch>
                  <a:fillRect l="-1786" b="-6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Oval 42">
            <a:extLst>
              <a:ext uri="{FF2B5EF4-FFF2-40B4-BE49-F238E27FC236}">
                <a16:creationId xmlns:a16="http://schemas.microsoft.com/office/drawing/2014/main" id="{153E5505-99B8-5E01-7164-7A3A99ADFB02}"/>
              </a:ext>
            </a:extLst>
          </p:cNvPr>
          <p:cNvSpPr/>
          <p:nvPr/>
        </p:nvSpPr>
        <p:spPr>
          <a:xfrm>
            <a:off x="4012407" y="5749300"/>
            <a:ext cx="75141" cy="7514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B45708B0-950F-AD55-A25D-D5011A850FF7}"/>
              </a:ext>
            </a:extLst>
          </p:cNvPr>
          <p:cNvSpPr/>
          <p:nvPr/>
        </p:nvSpPr>
        <p:spPr>
          <a:xfrm>
            <a:off x="2964519" y="2528312"/>
            <a:ext cx="75141" cy="7514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AC7E7ED7-5FBF-21EC-26F6-3167F8BE93AC}"/>
                  </a:ext>
                </a:extLst>
              </p:cNvPr>
              <p:cNvSpPr txBox="1"/>
              <p:nvPr/>
            </p:nvSpPr>
            <p:spPr>
              <a:xfrm>
                <a:off x="2630840" y="2411993"/>
                <a:ext cx="338234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sz="2000" i="1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AC7E7ED7-5FBF-21EC-26F6-3167F8BE93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0840" y="2411993"/>
                <a:ext cx="338234" cy="307777"/>
              </a:xfrm>
              <a:prstGeom prst="rect">
                <a:avLst/>
              </a:prstGeom>
              <a:blipFill>
                <a:blip r:embed="rId3"/>
                <a:stretch>
                  <a:fillRect l="-1818" b="-6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Oval 48">
            <a:extLst>
              <a:ext uri="{FF2B5EF4-FFF2-40B4-BE49-F238E27FC236}">
                <a16:creationId xmlns:a16="http://schemas.microsoft.com/office/drawing/2014/main" id="{6F3552B3-EBE8-CAE6-F879-E368FC070B23}"/>
              </a:ext>
            </a:extLst>
          </p:cNvPr>
          <p:cNvSpPr/>
          <p:nvPr/>
        </p:nvSpPr>
        <p:spPr>
          <a:xfrm>
            <a:off x="7858126" y="1292293"/>
            <a:ext cx="75141" cy="7514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05C772DF-C2C1-6345-DD40-46B406657C9E}"/>
                  </a:ext>
                </a:extLst>
              </p:cNvPr>
              <p:cNvSpPr txBox="1"/>
              <p:nvPr/>
            </p:nvSpPr>
            <p:spPr>
              <a:xfrm>
                <a:off x="7940859" y="1138404"/>
                <a:ext cx="338234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2000" i="1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05C772DF-C2C1-6345-DD40-46B406657C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0859" y="1138404"/>
                <a:ext cx="338234" cy="307777"/>
              </a:xfrm>
              <a:prstGeom prst="rect">
                <a:avLst/>
              </a:prstGeom>
              <a:blipFill>
                <a:blip r:embed="rId4"/>
                <a:stretch>
                  <a:fillRect l="-1818" r="-1818" b="-6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8CEA0DB8-4951-AA36-95A0-1E9393E60E9A}"/>
              </a:ext>
            </a:extLst>
          </p:cNvPr>
          <p:cNvCxnSpPr>
            <a:cxnSpLocks/>
            <a:stCxn id="43" idx="1"/>
            <a:endCxn id="45" idx="4"/>
          </p:cNvCxnSpPr>
          <p:nvPr/>
        </p:nvCxnSpPr>
        <p:spPr>
          <a:xfrm flipH="1" flipV="1">
            <a:off x="3002090" y="2603453"/>
            <a:ext cx="1021321" cy="3156851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E6547002-4623-6CB2-9989-110C2DD4A38E}"/>
              </a:ext>
            </a:extLst>
          </p:cNvPr>
          <p:cNvCxnSpPr>
            <a:cxnSpLocks/>
          </p:cNvCxnSpPr>
          <p:nvPr/>
        </p:nvCxnSpPr>
        <p:spPr>
          <a:xfrm flipV="1">
            <a:off x="4674165" y="1807670"/>
            <a:ext cx="846790" cy="1037924"/>
          </a:xfrm>
          <a:prstGeom prst="straightConnector1">
            <a:avLst/>
          </a:prstGeom>
          <a:ln w="28575" cap="rnd">
            <a:solidFill>
              <a:srgbClr val="003A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29C7484F-4FA9-A9EF-0806-B3FB2AF6A777}"/>
              </a:ext>
            </a:extLst>
          </p:cNvPr>
          <p:cNvCxnSpPr>
            <a:cxnSpLocks/>
            <a:stCxn id="43" idx="7"/>
            <a:endCxn id="49" idx="3"/>
          </p:cNvCxnSpPr>
          <p:nvPr/>
        </p:nvCxnSpPr>
        <p:spPr>
          <a:xfrm flipV="1">
            <a:off x="4076544" y="1356430"/>
            <a:ext cx="3792586" cy="4403874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EDD39794-AF92-D573-91D0-39C1B3A4D7CF}"/>
              </a:ext>
            </a:extLst>
          </p:cNvPr>
          <p:cNvCxnSpPr>
            <a:cxnSpLocks/>
            <a:stCxn id="43" idx="0"/>
          </p:cNvCxnSpPr>
          <p:nvPr/>
        </p:nvCxnSpPr>
        <p:spPr>
          <a:xfrm flipV="1">
            <a:off x="4049978" y="2868542"/>
            <a:ext cx="624187" cy="2880758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1398B3E4-0F16-CE6E-C319-A1ED11B8DEA8}"/>
                  </a:ext>
                </a:extLst>
              </p:cNvPr>
              <p:cNvSpPr txBox="1"/>
              <p:nvPr/>
            </p:nvSpPr>
            <p:spPr>
              <a:xfrm>
                <a:off x="3039660" y="3760954"/>
                <a:ext cx="31867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20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</m:acc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1398B3E4-0F16-CE6E-C319-A1ED11B8DE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9660" y="3760954"/>
                <a:ext cx="318677" cy="307777"/>
              </a:xfrm>
              <a:prstGeom prst="rect">
                <a:avLst/>
              </a:prstGeom>
              <a:blipFill>
                <a:blip r:embed="rId5"/>
                <a:stretch>
                  <a:fillRect l="-11538" r="-21154" b="-16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4F48085F-8668-64E0-74D9-B269CAE23105}"/>
                  </a:ext>
                </a:extLst>
              </p:cNvPr>
              <p:cNvSpPr txBox="1"/>
              <p:nvPr/>
            </p:nvSpPr>
            <p:spPr>
              <a:xfrm>
                <a:off x="5818203" y="3760954"/>
                <a:ext cx="33765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20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</m:acc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4F48085F-8668-64E0-74D9-B269CAE231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8203" y="3760954"/>
                <a:ext cx="337657" cy="307777"/>
              </a:xfrm>
              <a:prstGeom prst="rect">
                <a:avLst/>
              </a:prstGeom>
              <a:blipFill>
                <a:blip r:embed="rId6"/>
                <a:stretch>
                  <a:fillRect l="-10714" r="-19643" b="-16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878387B3-6E46-8B45-3EDC-C6D351D5B647}"/>
                  </a:ext>
                </a:extLst>
              </p:cNvPr>
              <p:cNvSpPr txBox="1"/>
              <p:nvPr/>
            </p:nvSpPr>
            <p:spPr>
              <a:xfrm>
                <a:off x="4550953" y="3760954"/>
                <a:ext cx="27834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20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</m:acc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878387B3-6E46-8B45-3EDC-C6D351D5B6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0953" y="3760954"/>
                <a:ext cx="278345" cy="307777"/>
              </a:xfrm>
              <a:prstGeom prst="rect">
                <a:avLst/>
              </a:prstGeom>
              <a:blipFill>
                <a:blip r:embed="rId7"/>
                <a:stretch>
                  <a:fillRect l="-13333" r="-26667" b="-18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5E05A734-2C8E-9B93-7E77-2817BCAF6487}"/>
                  </a:ext>
                </a:extLst>
              </p:cNvPr>
              <p:cNvSpPr txBox="1"/>
              <p:nvPr/>
            </p:nvSpPr>
            <p:spPr>
              <a:xfrm>
                <a:off x="4927929" y="1851397"/>
                <a:ext cx="303993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𝑭</m:t>
                              </m:r>
                            </m:e>
                          </m:acc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5E05A734-2C8E-9B93-7E77-2817BCAF64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7929" y="1851397"/>
                <a:ext cx="303993" cy="307777"/>
              </a:xfrm>
              <a:prstGeom prst="rect">
                <a:avLst/>
              </a:prstGeom>
              <a:blipFill>
                <a:blip r:embed="rId8"/>
                <a:stretch>
                  <a:fillRect l="-18000" t="-2000" r="-22000" b="-18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3BE5E5F9-F202-A2EB-95AC-BCBC1E07ED21}"/>
                  </a:ext>
                </a:extLst>
              </p:cNvPr>
              <p:cNvSpPr txBox="1"/>
              <p:nvPr/>
            </p:nvSpPr>
            <p:spPr>
              <a:xfrm>
                <a:off x="4848260" y="2771436"/>
                <a:ext cx="338234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20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</m:acc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3BE5E5F9-F202-A2EB-95AC-BCBC1E07ED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8260" y="2771436"/>
                <a:ext cx="338234" cy="307777"/>
              </a:xfrm>
              <a:prstGeom prst="rect">
                <a:avLst/>
              </a:prstGeom>
              <a:blipFill>
                <a:blip r:embed="rId9"/>
                <a:stretch>
                  <a:fillRect l="-25000" r="-55357" b="-18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79903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3082835" y="1767840"/>
            <a:ext cx="2917372" cy="1767840"/>
          </a:xfrm>
          <a:custGeom>
            <a:avLst/>
            <a:gdLst>
              <a:gd name="connsiteX0" fmla="*/ 48590 w 2965962"/>
              <a:gd name="connsiteY0" fmla="*/ 1767840 h 1767840"/>
              <a:gd name="connsiteX1" fmla="*/ 396933 w 2965962"/>
              <a:gd name="connsiteY1" fmla="*/ 1036320 h 1767840"/>
              <a:gd name="connsiteX2" fmla="*/ 2965962 w 2965962"/>
              <a:gd name="connsiteY2" fmla="*/ 0 h 1767840"/>
              <a:gd name="connsiteX0" fmla="*/ 3859 w 2921231"/>
              <a:gd name="connsiteY0" fmla="*/ 1767840 h 1767840"/>
              <a:gd name="connsiteX1" fmla="*/ 1292727 w 2921231"/>
              <a:gd name="connsiteY1" fmla="*/ 644435 h 1767840"/>
              <a:gd name="connsiteX2" fmla="*/ 2921231 w 2921231"/>
              <a:gd name="connsiteY2" fmla="*/ 0 h 1767840"/>
              <a:gd name="connsiteX0" fmla="*/ 7179 w 2924551"/>
              <a:gd name="connsiteY0" fmla="*/ 1767840 h 1767840"/>
              <a:gd name="connsiteX1" fmla="*/ 1296047 w 2924551"/>
              <a:gd name="connsiteY1" fmla="*/ 644435 h 1767840"/>
              <a:gd name="connsiteX2" fmla="*/ 2924551 w 2924551"/>
              <a:gd name="connsiteY2" fmla="*/ 0 h 1767840"/>
              <a:gd name="connsiteX0" fmla="*/ 0 w 2917372"/>
              <a:gd name="connsiteY0" fmla="*/ 1767840 h 1767840"/>
              <a:gd name="connsiteX1" fmla="*/ 1288868 w 2917372"/>
              <a:gd name="connsiteY1" fmla="*/ 644435 h 1767840"/>
              <a:gd name="connsiteX2" fmla="*/ 2917372 w 2917372"/>
              <a:gd name="connsiteY2" fmla="*/ 0 h 1767840"/>
              <a:gd name="connsiteX0" fmla="*/ 0 w 2917372"/>
              <a:gd name="connsiteY0" fmla="*/ 1767840 h 1767840"/>
              <a:gd name="connsiteX1" fmla="*/ 1288868 w 2917372"/>
              <a:gd name="connsiteY1" fmla="*/ 644435 h 1767840"/>
              <a:gd name="connsiteX2" fmla="*/ 2917372 w 2917372"/>
              <a:gd name="connsiteY2" fmla="*/ 0 h 1767840"/>
              <a:gd name="connsiteX0" fmla="*/ 0 w 2917372"/>
              <a:gd name="connsiteY0" fmla="*/ 1767840 h 1767840"/>
              <a:gd name="connsiteX1" fmla="*/ 1149531 w 2917372"/>
              <a:gd name="connsiteY1" fmla="*/ 818606 h 1767840"/>
              <a:gd name="connsiteX2" fmla="*/ 2917372 w 2917372"/>
              <a:gd name="connsiteY2" fmla="*/ 0 h 1767840"/>
              <a:gd name="connsiteX0" fmla="*/ 0 w 2917372"/>
              <a:gd name="connsiteY0" fmla="*/ 1767840 h 1767840"/>
              <a:gd name="connsiteX1" fmla="*/ 1428205 w 2917372"/>
              <a:gd name="connsiteY1" fmla="*/ 783771 h 1767840"/>
              <a:gd name="connsiteX2" fmla="*/ 2917372 w 2917372"/>
              <a:gd name="connsiteY2" fmla="*/ 0 h 1767840"/>
              <a:gd name="connsiteX0" fmla="*/ 0 w 2917372"/>
              <a:gd name="connsiteY0" fmla="*/ 1767840 h 1767840"/>
              <a:gd name="connsiteX1" fmla="*/ 1428205 w 2917372"/>
              <a:gd name="connsiteY1" fmla="*/ 783771 h 1767840"/>
              <a:gd name="connsiteX2" fmla="*/ 2917372 w 2917372"/>
              <a:gd name="connsiteY2" fmla="*/ 0 h 1767840"/>
              <a:gd name="connsiteX0" fmla="*/ 0 w 2917372"/>
              <a:gd name="connsiteY0" fmla="*/ 1767840 h 1767840"/>
              <a:gd name="connsiteX1" fmla="*/ 1541417 w 2917372"/>
              <a:gd name="connsiteY1" fmla="*/ 783771 h 1767840"/>
              <a:gd name="connsiteX2" fmla="*/ 2917372 w 2917372"/>
              <a:gd name="connsiteY2" fmla="*/ 0 h 1767840"/>
              <a:gd name="connsiteX0" fmla="*/ 0 w 2917372"/>
              <a:gd name="connsiteY0" fmla="*/ 1767840 h 1767840"/>
              <a:gd name="connsiteX1" fmla="*/ 1541417 w 2917372"/>
              <a:gd name="connsiteY1" fmla="*/ 783771 h 1767840"/>
              <a:gd name="connsiteX2" fmla="*/ 2917372 w 2917372"/>
              <a:gd name="connsiteY2" fmla="*/ 0 h 1767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17372" h="1767840">
                <a:moveTo>
                  <a:pt x="0" y="1767840"/>
                </a:moveTo>
                <a:cubicBezTo>
                  <a:pt x="157480" y="1218475"/>
                  <a:pt x="497838" y="991326"/>
                  <a:pt x="1541417" y="783771"/>
                </a:cubicBezTo>
                <a:cubicBezTo>
                  <a:pt x="2584996" y="576216"/>
                  <a:pt x="2633617" y="431800"/>
                  <a:pt x="2917372" y="0"/>
                </a:cubicBezTo>
              </a:path>
            </a:pathLst>
          </a:cu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45708B0-950F-AD55-A25D-D5011A850FF7}"/>
              </a:ext>
            </a:extLst>
          </p:cNvPr>
          <p:cNvSpPr/>
          <p:nvPr/>
        </p:nvSpPr>
        <p:spPr>
          <a:xfrm>
            <a:off x="3036909" y="3526532"/>
            <a:ext cx="75141" cy="7514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C7E7ED7-5FBF-21EC-26F6-3167F8BE93AC}"/>
                  </a:ext>
                </a:extLst>
              </p:cNvPr>
              <p:cNvSpPr txBox="1"/>
              <p:nvPr/>
            </p:nvSpPr>
            <p:spPr>
              <a:xfrm>
                <a:off x="2703230" y="3410213"/>
                <a:ext cx="338234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sz="2000" i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C7E7ED7-5FBF-21EC-26F6-3167F8BE93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3230" y="3410213"/>
                <a:ext cx="338234" cy="307777"/>
              </a:xfrm>
              <a:prstGeom prst="rect">
                <a:avLst/>
              </a:prstGeom>
              <a:blipFill>
                <a:blip r:embed="rId2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val 4">
            <a:extLst>
              <a:ext uri="{FF2B5EF4-FFF2-40B4-BE49-F238E27FC236}">
                <a16:creationId xmlns:a16="http://schemas.microsoft.com/office/drawing/2014/main" id="{6F3552B3-EBE8-CAE6-F879-E368FC070B23}"/>
              </a:ext>
            </a:extLst>
          </p:cNvPr>
          <p:cNvSpPr/>
          <p:nvPr/>
        </p:nvSpPr>
        <p:spPr>
          <a:xfrm>
            <a:off x="5979796" y="1703773"/>
            <a:ext cx="75141" cy="7514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5C772DF-C2C1-6345-DD40-46B406657C9E}"/>
                  </a:ext>
                </a:extLst>
              </p:cNvPr>
              <p:cNvSpPr txBox="1"/>
              <p:nvPr/>
            </p:nvSpPr>
            <p:spPr>
              <a:xfrm>
                <a:off x="6062529" y="1549884"/>
                <a:ext cx="338234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2000" i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5C772DF-C2C1-6345-DD40-46B406657C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2529" y="1549884"/>
                <a:ext cx="338234" cy="307777"/>
              </a:xfrm>
              <a:prstGeom prst="rect">
                <a:avLst/>
              </a:prstGeom>
              <a:blipFill>
                <a:blip r:embed="rId3"/>
                <a:stretch>
                  <a:fillRect l="-1818" r="-1818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F43E93F-25E4-C44F-2DD0-8E2C53F3159E}"/>
                  </a:ext>
                </a:extLst>
              </p:cNvPr>
              <p:cNvSpPr txBox="1"/>
              <p:nvPr/>
            </p:nvSpPr>
            <p:spPr>
              <a:xfrm>
                <a:off x="5676846" y="4547650"/>
                <a:ext cx="338234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𝑂</m:t>
                      </m:r>
                    </m:oMath>
                  </m:oMathPara>
                </a14:m>
                <a:endParaRPr lang="en-US" sz="2000" i="1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F43E93F-25E4-C44F-2DD0-8E2C53F315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6846" y="4547650"/>
                <a:ext cx="338234" cy="307777"/>
              </a:xfrm>
              <a:prstGeom prst="rect">
                <a:avLst/>
              </a:prstGeom>
              <a:blipFill>
                <a:blip r:embed="rId4"/>
                <a:stretch>
                  <a:fillRect l="-1786"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>
            <a:extLst>
              <a:ext uri="{FF2B5EF4-FFF2-40B4-BE49-F238E27FC236}">
                <a16:creationId xmlns:a16="http://schemas.microsoft.com/office/drawing/2014/main" id="{153E5505-99B8-5E01-7164-7A3A99ADFB02}"/>
              </a:ext>
            </a:extLst>
          </p:cNvPr>
          <p:cNvSpPr/>
          <p:nvPr/>
        </p:nvSpPr>
        <p:spPr>
          <a:xfrm>
            <a:off x="5588658" y="4714070"/>
            <a:ext cx="75141" cy="7514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CEA0DB8-4951-AA36-95A0-1E9393E60E9A}"/>
              </a:ext>
            </a:extLst>
          </p:cNvPr>
          <p:cNvCxnSpPr>
            <a:cxnSpLocks/>
            <a:stCxn id="13" idx="1"/>
            <a:endCxn id="3" idx="5"/>
          </p:cNvCxnSpPr>
          <p:nvPr/>
        </p:nvCxnSpPr>
        <p:spPr>
          <a:xfrm flipH="1" flipV="1">
            <a:off x="3101046" y="3590669"/>
            <a:ext cx="2498616" cy="1134405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9C7484F-4FA9-A9EF-0806-B3FB2AF6A777}"/>
              </a:ext>
            </a:extLst>
          </p:cNvPr>
          <p:cNvCxnSpPr>
            <a:cxnSpLocks/>
            <a:stCxn id="13" idx="0"/>
            <a:endCxn id="5" idx="4"/>
          </p:cNvCxnSpPr>
          <p:nvPr/>
        </p:nvCxnSpPr>
        <p:spPr>
          <a:xfrm flipV="1">
            <a:off x="5626229" y="1778914"/>
            <a:ext cx="391138" cy="2935156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398B3E4-0F16-CE6E-C319-A1ED11B8DEA8}"/>
                  </a:ext>
                </a:extLst>
              </p:cNvPr>
              <p:cNvSpPr txBox="1"/>
              <p:nvPr/>
            </p:nvSpPr>
            <p:spPr>
              <a:xfrm>
                <a:off x="4092308" y="4160461"/>
                <a:ext cx="31867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20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</m:acc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398B3E4-0F16-CE6E-C319-A1ED11B8DE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2308" y="4160461"/>
                <a:ext cx="318677" cy="307777"/>
              </a:xfrm>
              <a:prstGeom prst="rect">
                <a:avLst/>
              </a:prstGeom>
              <a:blipFill>
                <a:blip r:embed="rId5"/>
                <a:stretch>
                  <a:fillRect l="-11321" r="-20755" b="-156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F48085F-8668-64E0-74D9-B269CAE23105}"/>
                  </a:ext>
                </a:extLst>
              </p:cNvPr>
              <p:cNvSpPr txBox="1"/>
              <p:nvPr/>
            </p:nvSpPr>
            <p:spPr>
              <a:xfrm>
                <a:off x="5877743" y="3240370"/>
                <a:ext cx="33765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20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</m:acc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F48085F-8668-64E0-74D9-B269CAE231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7743" y="3240370"/>
                <a:ext cx="337657" cy="307777"/>
              </a:xfrm>
              <a:prstGeom prst="rect">
                <a:avLst/>
              </a:prstGeom>
              <a:blipFill>
                <a:blip r:embed="rId6"/>
                <a:stretch>
                  <a:fillRect l="-10714" r="-19643" b="-1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D21645E-5BC5-9530-6C34-39DA26F8F7FC}"/>
              </a:ext>
            </a:extLst>
          </p:cNvPr>
          <p:cNvCxnSpPr>
            <a:cxnSpLocks/>
          </p:cNvCxnSpPr>
          <p:nvPr/>
        </p:nvCxnSpPr>
        <p:spPr>
          <a:xfrm flipV="1">
            <a:off x="4471886" y="2482215"/>
            <a:ext cx="475399" cy="100432"/>
          </a:xfrm>
          <a:prstGeom prst="straightConnector1">
            <a:avLst/>
          </a:prstGeom>
          <a:ln w="28575">
            <a:solidFill>
              <a:srgbClr val="862626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34B3D9C-C667-3145-01DB-65904CBFE045}"/>
              </a:ext>
            </a:extLst>
          </p:cNvPr>
          <p:cNvCxnSpPr>
            <a:cxnSpLocks/>
          </p:cNvCxnSpPr>
          <p:nvPr/>
        </p:nvCxnSpPr>
        <p:spPr>
          <a:xfrm flipV="1">
            <a:off x="4470637" y="1760220"/>
            <a:ext cx="663338" cy="826922"/>
          </a:xfrm>
          <a:prstGeom prst="straightConnector1">
            <a:avLst/>
          </a:prstGeom>
          <a:ln w="28575">
            <a:solidFill>
              <a:srgbClr val="003A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ED9E766-2C13-AF86-25A2-3B049A5AE732}"/>
                  </a:ext>
                </a:extLst>
              </p:cNvPr>
              <p:cNvSpPr txBox="1"/>
              <p:nvPr/>
            </p:nvSpPr>
            <p:spPr>
              <a:xfrm>
                <a:off x="4638716" y="2556930"/>
                <a:ext cx="338234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d</m:t>
                      </m:r>
                      <m:acc>
                        <m:accPr>
                          <m:chr m:val="̅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acc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ED9E766-2C13-AF86-25A2-3B049A5AE7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8716" y="2556930"/>
                <a:ext cx="338234" cy="307777"/>
              </a:xfrm>
              <a:prstGeom prst="rect">
                <a:avLst/>
              </a:prstGeom>
              <a:blipFill>
                <a:blip r:embed="rId7"/>
                <a:stretch>
                  <a:fillRect l="-18182" r="-61818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56BA0BB-F8E7-2DBD-6075-4819A0981B88}"/>
                  </a:ext>
                </a:extLst>
              </p:cNvPr>
              <p:cNvSpPr txBox="1"/>
              <p:nvPr/>
            </p:nvSpPr>
            <p:spPr>
              <a:xfrm>
                <a:off x="4431980" y="1876730"/>
                <a:ext cx="32643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20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𝑭</m:t>
                              </m:r>
                            </m:e>
                          </m:acc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56BA0BB-F8E7-2DBD-6075-4819A0981B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1980" y="1876730"/>
                <a:ext cx="326436" cy="307777"/>
              </a:xfrm>
              <a:prstGeom prst="rect">
                <a:avLst/>
              </a:prstGeom>
              <a:blipFill>
                <a:blip r:embed="rId8"/>
                <a:stretch>
                  <a:fillRect l="-16667" t="-2000" r="-18519" b="-1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Oval 22">
            <a:extLst>
              <a:ext uri="{FF2B5EF4-FFF2-40B4-BE49-F238E27FC236}">
                <a16:creationId xmlns:a16="http://schemas.microsoft.com/office/drawing/2014/main" id="{05CB6731-BF10-D527-7411-93C6197E6B15}"/>
              </a:ext>
            </a:extLst>
          </p:cNvPr>
          <p:cNvSpPr/>
          <p:nvPr/>
        </p:nvSpPr>
        <p:spPr>
          <a:xfrm>
            <a:off x="4407239" y="2528143"/>
            <a:ext cx="116681" cy="116681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54000">
                <a:schemeClr val="accent5">
                  <a:lumMod val="95000"/>
                  <a:lumOff val="5000"/>
                </a:schemeClr>
              </a:gs>
              <a:gs pos="100000">
                <a:srgbClr val="080E1A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5491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">
            <a:extLst>
              <a:ext uri="{FF2B5EF4-FFF2-40B4-BE49-F238E27FC236}">
                <a16:creationId xmlns:a16="http://schemas.microsoft.com/office/drawing/2014/main" id="{55C7EF6B-B40A-4683-8B65-271734D8E40E}"/>
              </a:ext>
            </a:extLst>
          </p:cNvPr>
          <p:cNvSpPr/>
          <p:nvPr/>
        </p:nvSpPr>
        <p:spPr>
          <a:xfrm>
            <a:off x="3082835" y="1812171"/>
            <a:ext cx="4301813" cy="1732277"/>
          </a:xfrm>
          <a:custGeom>
            <a:avLst/>
            <a:gdLst>
              <a:gd name="csX0" fmla="*/ 0 w 3155069"/>
              <a:gd name="csY0" fmla="*/ 1723508 h 1732277"/>
              <a:gd name="csX1" fmla="*/ 1515950 w 3155069"/>
              <a:gd name="csY1" fmla="*/ 727864 h 1732277"/>
              <a:gd name="csX2" fmla="*/ 3155069 w 3155069"/>
              <a:gd name="csY2" fmla="*/ 106139 h 17322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155069" h="1732277">
                <a:moveTo>
                  <a:pt x="0" y="1723508"/>
                </a:moveTo>
                <a:cubicBezTo>
                  <a:pt x="412156" y="1776026"/>
                  <a:pt x="947657" y="1610883"/>
                  <a:pt x="1515950" y="727864"/>
                </a:cubicBezTo>
                <a:cubicBezTo>
                  <a:pt x="2084243" y="-155155"/>
                  <a:pt x="2642107" y="-52371"/>
                  <a:pt x="3155069" y="106139"/>
                </a:cubicBezTo>
              </a:path>
            </a:pathLst>
          </a:custGeom>
          <a:noFill/>
          <a:ln w="28575">
            <a:solidFill>
              <a:srgbClr val="0070C0">
                <a:alpha val="66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5633072-E917-6B58-5554-E02072CB1FE5}"/>
              </a:ext>
            </a:extLst>
          </p:cNvPr>
          <p:cNvCxnSpPr>
            <a:cxnSpLocks/>
          </p:cNvCxnSpPr>
          <p:nvPr/>
        </p:nvCxnSpPr>
        <p:spPr>
          <a:xfrm flipV="1">
            <a:off x="4831339" y="2056130"/>
            <a:ext cx="341371" cy="803868"/>
          </a:xfrm>
          <a:prstGeom prst="straightConnector1">
            <a:avLst/>
          </a:prstGeom>
          <a:ln w="28575">
            <a:solidFill>
              <a:srgbClr val="003A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E4B3002-E16F-9D9E-8FB0-245878660D68}"/>
                  </a:ext>
                </a:extLst>
              </p:cNvPr>
              <p:cNvSpPr txBox="1"/>
              <p:nvPr/>
            </p:nvSpPr>
            <p:spPr>
              <a:xfrm>
                <a:off x="4638699" y="2198032"/>
                <a:ext cx="32643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20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𝑭</m:t>
                              </m:r>
                            </m:e>
                          </m:acc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E4B3002-E16F-9D9E-8FB0-245878660D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8699" y="2198032"/>
                <a:ext cx="326436" cy="307777"/>
              </a:xfrm>
              <a:prstGeom prst="rect">
                <a:avLst/>
              </a:prstGeom>
              <a:blipFill>
                <a:blip r:embed="rId2"/>
                <a:stretch>
                  <a:fillRect l="-18868" t="-2000" r="-18868" b="-12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F3D7D80-EC12-156A-25A6-ABCFF5F82737}"/>
              </a:ext>
            </a:extLst>
          </p:cNvPr>
          <p:cNvCxnSpPr>
            <a:cxnSpLocks/>
          </p:cNvCxnSpPr>
          <p:nvPr/>
        </p:nvCxnSpPr>
        <p:spPr>
          <a:xfrm>
            <a:off x="4831339" y="2859998"/>
            <a:ext cx="1322446" cy="331809"/>
          </a:xfrm>
          <a:prstGeom prst="straightConnector1">
            <a:avLst/>
          </a:prstGeom>
          <a:ln w="28575">
            <a:solidFill>
              <a:srgbClr val="862626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5417516-6F00-282E-F979-DEC9FCFAE0A3}"/>
              </a:ext>
            </a:extLst>
          </p:cNvPr>
          <p:cNvCxnSpPr>
            <a:cxnSpLocks/>
          </p:cNvCxnSpPr>
          <p:nvPr/>
        </p:nvCxnSpPr>
        <p:spPr>
          <a:xfrm flipV="1">
            <a:off x="6154290" y="2387939"/>
            <a:ext cx="341371" cy="803868"/>
          </a:xfrm>
          <a:prstGeom prst="straightConnector1">
            <a:avLst/>
          </a:prstGeom>
          <a:ln w="12700">
            <a:solidFill>
              <a:srgbClr val="003A00">
                <a:alpha val="50000"/>
              </a:srgbClr>
            </a:solidFill>
            <a:prstDash val="sysDash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20E3FF3-EF9F-6648-6C79-7820DEF5EF67}"/>
              </a:ext>
            </a:extLst>
          </p:cNvPr>
          <p:cNvCxnSpPr>
            <a:cxnSpLocks/>
          </p:cNvCxnSpPr>
          <p:nvPr/>
        </p:nvCxnSpPr>
        <p:spPr>
          <a:xfrm>
            <a:off x="5172710" y="2056130"/>
            <a:ext cx="1322446" cy="331809"/>
          </a:xfrm>
          <a:prstGeom prst="straightConnector1">
            <a:avLst/>
          </a:prstGeom>
          <a:ln w="12700">
            <a:solidFill>
              <a:srgbClr val="003A00">
                <a:alpha val="50000"/>
              </a:srgbClr>
            </a:solidFill>
            <a:prstDash val="sysDash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40477B6-06C2-4ECF-79C6-39D01F04E5C1}"/>
              </a:ext>
            </a:extLst>
          </p:cNvPr>
          <p:cNvCxnSpPr>
            <a:cxnSpLocks/>
          </p:cNvCxnSpPr>
          <p:nvPr/>
        </p:nvCxnSpPr>
        <p:spPr>
          <a:xfrm flipV="1">
            <a:off x="4830834" y="2387939"/>
            <a:ext cx="1664322" cy="472058"/>
          </a:xfrm>
          <a:prstGeom prst="straightConnector1">
            <a:avLst/>
          </a:prstGeom>
          <a:ln w="28575">
            <a:solidFill>
              <a:srgbClr val="00206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43AA850D-6D06-87EA-1DE5-1B5E3AB97541}"/>
              </a:ext>
            </a:extLst>
          </p:cNvPr>
          <p:cNvSpPr/>
          <p:nvPr/>
        </p:nvSpPr>
        <p:spPr>
          <a:xfrm>
            <a:off x="4772999" y="2801658"/>
            <a:ext cx="116681" cy="116681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54000">
                <a:schemeClr val="accent5">
                  <a:lumMod val="95000"/>
                  <a:lumOff val="5000"/>
                </a:schemeClr>
              </a:gs>
              <a:gs pos="100000">
                <a:srgbClr val="080E1A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716AA55-29C3-5C15-84F2-EAFFDB269856}"/>
                  </a:ext>
                </a:extLst>
              </p:cNvPr>
              <p:cNvSpPr txBox="1"/>
              <p:nvPr/>
            </p:nvSpPr>
            <p:spPr>
              <a:xfrm>
                <a:off x="5338491" y="3111954"/>
                <a:ext cx="44826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20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𝑭</m:t>
                              </m:r>
                            </m:e>
                          </m:acc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𝒏𝒄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716AA55-29C3-5C15-84F2-EAFFDB2698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8491" y="3111954"/>
                <a:ext cx="448264" cy="307777"/>
              </a:xfrm>
              <a:prstGeom prst="rect">
                <a:avLst/>
              </a:prstGeom>
              <a:blipFill>
                <a:blip r:embed="rId3"/>
                <a:stretch>
                  <a:fillRect l="-13699" r="-13699" b="-980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0DA2D82-3CBA-AF1F-AA91-5BEF1674DC93}"/>
                  </a:ext>
                </a:extLst>
              </p:cNvPr>
              <p:cNvSpPr txBox="1"/>
              <p:nvPr/>
            </p:nvSpPr>
            <p:spPr>
              <a:xfrm>
                <a:off x="6337228" y="2014811"/>
                <a:ext cx="53482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20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𝑭</m:t>
                              </m:r>
                            </m:e>
                          </m:acc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𝒏𝒆𝒕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0DA2D82-3CBA-AF1F-AA91-5BEF1674DC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7228" y="2014811"/>
                <a:ext cx="534825" cy="307777"/>
              </a:xfrm>
              <a:prstGeom prst="rect">
                <a:avLst/>
              </a:prstGeom>
              <a:blipFill>
                <a:blip r:embed="rId4"/>
                <a:stretch>
                  <a:fillRect l="-11494" t="-2000" r="-12644" b="-16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Oval 25">
            <a:extLst>
              <a:ext uri="{FF2B5EF4-FFF2-40B4-BE49-F238E27FC236}">
                <a16:creationId xmlns:a16="http://schemas.microsoft.com/office/drawing/2014/main" id="{B0D1422A-A14F-8F7A-9E20-C17113461357}"/>
              </a:ext>
            </a:extLst>
          </p:cNvPr>
          <p:cNvSpPr/>
          <p:nvPr/>
        </p:nvSpPr>
        <p:spPr>
          <a:xfrm>
            <a:off x="3034528" y="3493193"/>
            <a:ext cx="75141" cy="7514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E9F1370-5ADF-55F0-18E1-3703FA1484AE}"/>
                  </a:ext>
                </a:extLst>
              </p:cNvPr>
              <p:cNvSpPr txBox="1"/>
              <p:nvPr/>
            </p:nvSpPr>
            <p:spPr>
              <a:xfrm>
                <a:off x="2700849" y="3376874"/>
                <a:ext cx="338234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sz="2000" i="1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E9F1370-5ADF-55F0-18E1-3703FA1484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0849" y="3376874"/>
                <a:ext cx="338234" cy="307777"/>
              </a:xfrm>
              <a:prstGeom prst="rect">
                <a:avLst/>
              </a:prstGeom>
              <a:blipFill>
                <a:blip r:embed="rId5"/>
                <a:stretch>
                  <a:fillRect b="-6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Oval 29">
            <a:extLst>
              <a:ext uri="{FF2B5EF4-FFF2-40B4-BE49-F238E27FC236}">
                <a16:creationId xmlns:a16="http://schemas.microsoft.com/office/drawing/2014/main" id="{CB58E250-0B0E-189E-E456-923B6170FCF9}"/>
              </a:ext>
            </a:extLst>
          </p:cNvPr>
          <p:cNvSpPr/>
          <p:nvPr/>
        </p:nvSpPr>
        <p:spPr>
          <a:xfrm>
            <a:off x="7376821" y="1885575"/>
            <a:ext cx="75141" cy="7514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47DFFAD-2865-C81A-CA4F-7067E65EFC7D}"/>
                  </a:ext>
                </a:extLst>
              </p:cNvPr>
              <p:cNvSpPr txBox="1"/>
              <p:nvPr/>
            </p:nvSpPr>
            <p:spPr>
              <a:xfrm>
                <a:off x="7459554" y="1731686"/>
                <a:ext cx="338234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2000" i="1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47DFFAD-2865-C81A-CA4F-7067E65EFC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9554" y="1731686"/>
                <a:ext cx="338234" cy="307777"/>
              </a:xfrm>
              <a:prstGeom prst="rect">
                <a:avLst/>
              </a:prstGeom>
              <a:blipFill>
                <a:blip r:embed="rId6"/>
                <a:stretch>
                  <a:fillRect l="-1818" r="-1818" b="-588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64704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2B4E182-D56C-5F2B-89C1-19D59457CD5D}"/>
              </a:ext>
            </a:extLst>
          </p:cNvPr>
          <p:cNvCxnSpPr>
            <a:cxnSpLocks/>
          </p:cNvCxnSpPr>
          <p:nvPr/>
        </p:nvCxnSpPr>
        <p:spPr>
          <a:xfrm>
            <a:off x="3861122" y="4011592"/>
            <a:ext cx="2432998" cy="0"/>
          </a:xfrm>
          <a:prstGeom prst="line">
            <a:avLst/>
          </a:prstGeom>
          <a:ln w="28575" cap="rnd">
            <a:solidFill>
              <a:srgbClr val="00206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19D9CD6-F36F-30FB-5B24-AFBCBDCD5837}"/>
              </a:ext>
            </a:extLst>
          </p:cNvPr>
          <p:cNvCxnSpPr>
            <a:cxnSpLocks/>
          </p:cNvCxnSpPr>
          <p:nvPr/>
        </p:nvCxnSpPr>
        <p:spPr>
          <a:xfrm flipV="1">
            <a:off x="3861122" y="1242060"/>
            <a:ext cx="0" cy="2769532"/>
          </a:xfrm>
          <a:prstGeom prst="line">
            <a:avLst/>
          </a:prstGeom>
          <a:ln w="28575" cap="rnd">
            <a:solidFill>
              <a:srgbClr val="00206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FCC4224-1AA5-0631-65E2-8EEE7A5EF200}"/>
              </a:ext>
            </a:extLst>
          </p:cNvPr>
          <p:cNvCxnSpPr>
            <a:cxnSpLocks/>
          </p:cNvCxnSpPr>
          <p:nvPr/>
        </p:nvCxnSpPr>
        <p:spPr>
          <a:xfrm flipH="1">
            <a:off x="2369820" y="4011592"/>
            <a:ext cx="1491302" cy="853308"/>
          </a:xfrm>
          <a:prstGeom prst="line">
            <a:avLst/>
          </a:prstGeom>
          <a:ln w="28575" cap="rnd">
            <a:solidFill>
              <a:srgbClr val="00206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715D380-545D-E9E8-B52D-C5F7086B872E}"/>
              </a:ext>
            </a:extLst>
          </p:cNvPr>
          <p:cNvCxnSpPr>
            <a:cxnSpLocks/>
          </p:cNvCxnSpPr>
          <p:nvPr/>
        </p:nvCxnSpPr>
        <p:spPr>
          <a:xfrm flipV="1">
            <a:off x="3861121" y="2176041"/>
            <a:ext cx="1220165" cy="1835551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B76A9C74-4429-92E8-8CE1-06D7AB2CB330}"/>
              </a:ext>
            </a:extLst>
          </p:cNvPr>
          <p:cNvSpPr/>
          <p:nvPr/>
        </p:nvSpPr>
        <p:spPr>
          <a:xfrm>
            <a:off x="5038122" y="2004290"/>
            <a:ext cx="193486" cy="193486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54000">
                <a:schemeClr val="accent5">
                  <a:lumMod val="95000"/>
                  <a:lumOff val="5000"/>
                </a:schemeClr>
              </a:gs>
              <a:gs pos="100000">
                <a:srgbClr val="080E1A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241D12D-B8C4-793B-EBF8-D2245A9C5A58}"/>
              </a:ext>
            </a:extLst>
          </p:cNvPr>
          <p:cNvCxnSpPr>
            <a:cxnSpLocks/>
          </p:cNvCxnSpPr>
          <p:nvPr/>
        </p:nvCxnSpPr>
        <p:spPr>
          <a:xfrm flipV="1">
            <a:off x="4579533" y="2251910"/>
            <a:ext cx="627875" cy="944542"/>
          </a:xfrm>
          <a:prstGeom prst="straightConnector1">
            <a:avLst/>
          </a:prstGeom>
          <a:ln w="28575" cap="rnd">
            <a:solidFill>
              <a:srgbClr val="003A00"/>
            </a:solidFill>
            <a:round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0B94833-0E08-AA6D-6892-E178F4BD17EC}"/>
                  </a:ext>
                </a:extLst>
              </p:cNvPr>
              <p:cNvSpPr txBox="1"/>
              <p:nvPr/>
            </p:nvSpPr>
            <p:spPr>
              <a:xfrm>
                <a:off x="3692006" y="4054854"/>
                <a:ext cx="338234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𝑂</m:t>
                      </m:r>
                    </m:oMath>
                  </m:oMathPara>
                </a14:m>
                <a:endParaRPr lang="en-US" sz="2000" i="1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0B94833-0E08-AA6D-6892-E178F4BD17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2006" y="4054854"/>
                <a:ext cx="338234" cy="307777"/>
              </a:xfrm>
              <a:prstGeom prst="rect">
                <a:avLst/>
              </a:prstGeom>
              <a:blipFill>
                <a:blip r:embed="rId2"/>
                <a:stretch>
                  <a:fillRect l="-3636" b="-588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F8EBBCE-8B9D-B4D4-C952-FFFD199FFC7E}"/>
                  </a:ext>
                </a:extLst>
              </p:cNvPr>
              <p:cNvSpPr txBox="1"/>
              <p:nvPr/>
            </p:nvSpPr>
            <p:spPr>
              <a:xfrm>
                <a:off x="4331428" y="2692519"/>
                <a:ext cx="19556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̅"/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acc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F8EBBCE-8B9D-B4D4-C952-FFFD199FFC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1428" y="2692519"/>
                <a:ext cx="195566" cy="307777"/>
              </a:xfrm>
              <a:prstGeom prst="rect">
                <a:avLst/>
              </a:prstGeom>
              <a:blipFill>
                <a:blip r:embed="rId3"/>
                <a:stretch>
                  <a:fillRect l="-18750" r="-3437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38D0B1A-D815-FF38-B4D6-5709F7B1DE1B}"/>
                  </a:ext>
                </a:extLst>
              </p:cNvPr>
              <p:cNvSpPr txBox="1"/>
              <p:nvPr/>
            </p:nvSpPr>
            <p:spPr>
              <a:xfrm>
                <a:off x="4956091" y="2705139"/>
                <a:ext cx="22121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̅"/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</m:acc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38D0B1A-D815-FF38-B4D6-5709F7B1DE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6091" y="2705139"/>
                <a:ext cx="221214" cy="307777"/>
              </a:xfrm>
              <a:prstGeom prst="rect">
                <a:avLst/>
              </a:prstGeom>
              <a:blipFill>
                <a:blip r:embed="rId4"/>
                <a:stretch>
                  <a:fillRect l="-25000" t="-2000" r="-30556" b="-6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A739359-DCD5-419E-76DB-CE2311DBA139}"/>
                  </a:ext>
                </a:extLst>
              </p:cNvPr>
              <p:cNvSpPr txBox="1"/>
              <p:nvPr/>
            </p:nvSpPr>
            <p:spPr>
              <a:xfrm>
                <a:off x="4996429" y="1709898"/>
                <a:ext cx="276871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A739359-DCD5-419E-76DB-CE2311DBA1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6429" y="1709898"/>
                <a:ext cx="276871" cy="307777"/>
              </a:xfrm>
              <a:prstGeom prst="rect">
                <a:avLst/>
              </a:prstGeom>
              <a:blipFill>
                <a:blip r:embed="rId5"/>
                <a:stretch>
                  <a:fillRect l="-13333" r="-1111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7A56E77-AA02-EB3A-75FF-780C6ABE6D61}"/>
                  </a:ext>
                </a:extLst>
              </p:cNvPr>
              <p:cNvSpPr txBox="1"/>
              <p:nvPr/>
            </p:nvSpPr>
            <p:spPr>
              <a:xfrm>
                <a:off x="6096000" y="4054854"/>
                <a:ext cx="22910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7A56E77-AA02-EB3A-75FF-780C6ABE6D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4054854"/>
                <a:ext cx="229102" cy="307777"/>
              </a:xfrm>
              <a:prstGeom prst="rect">
                <a:avLst/>
              </a:prstGeom>
              <a:blipFill>
                <a:blip r:embed="rId6"/>
                <a:stretch>
                  <a:fillRect l="-23684" r="-21053" b="-588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0A70C23-7BFD-CD6D-9280-83EDA286AA6D}"/>
                  </a:ext>
                </a:extLst>
              </p:cNvPr>
              <p:cNvSpPr txBox="1"/>
              <p:nvPr/>
            </p:nvSpPr>
            <p:spPr>
              <a:xfrm>
                <a:off x="2567688" y="4749112"/>
                <a:ext cx="21627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𝑍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0A70C23-7BFD-CD6D-9280-83EDA286AA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7688" y="4749112"/>
                <a:ext cx="216277" cy="307777"/>
              </a:xfrm>
              <a:prstGeom prst="rect">
                <a:avLst/>
              </a:prstGeom>
              <a:blipFill>
                <a:blip r:embed="rId7"/>
                <a:stretch>
                  <a:fillRect l="-25000" r="-25000" b="-588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8058E30-90B9-E7D4-FCB5-8569AEC2A37A}"/>
                  </a:ext>
                </a:extLst>
              </p:cNvPr>
              <p:cNvSpPr txBox="1"/>
              <p:nvPr/>
            </p:nvSpPr>
            <p:spPr>
              <a:xfrm>
                <a:off x="3583867" y="1242060"/>
                <a:ext cx="21627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8058E30-90B9-E7D4-FCB5-8569AEC2A3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3867" y="1242060"/>
                <a:ext cx="216277" cy="307777"/>
              </a:xfrm>
              <a:prstGeom prst="rect">
                <a:avLst/>
              </a:prstGeom>
              <a:blipFill>
                <a:blip r:embed="rId8"/>
                <a:stretch>
                  <a:fillRect l="-28571" r="-25714" b="-6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29738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6186627-9CD5-90B7-E5B7-2F3585EAAD0B}"/>
              </a:ext>
            </a:extLst>
          </p:cNvPr>
          <p:cNvCxnSpPr>
            <a:cxnSpLocks/>
          </p:cNvCxnSpPr>
          <p:nvPr/>
        </p:nvCxnSpPr>
        <p:spPr>
          <a:xfrm>
            <a:off x="3155934" y="5209329"/>
            <a:ext cx="4638237" cy="0"/>
          </a:xfrm>
          <a:prstGeom prst="line">
            <a:avLst/>
          </a:prstGeom>
          <a:ln w="28575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2820C-25DC-1A10-8739-C9ED86DAD71B}"/>
              </a:ext>
            </a:extLst>
          </p:cNvPr>
          <p:cNvCxnSpPr>
            <a:cxnSpLocks/>
          </p:cNvCxnSpPr>
          <p:nvPr/>
        </p:nvCxnSpPr>
        <p:spPr>
          <a:xfrm>
            <a:off x="3155934" y="892166"/>
            <a:ext cx="0" cy="4317163"/>
          </a:xfrm>
          <a:prstGeom prst="line">
            <a:avLst/>
          </a:prstGeom>
          <a:ln w="28575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rc 7">
            <a:extLst>
              <a:ext uri="{FF2B5EF4-FFF2-40B4-BE49-F238E27FC236}">
                <a16:creationId xmlns:a16="http://schemas.microsoft.com/office/drawing/2014/main" id="{50B1F6DF-68DD-C8D2-7DB6-E59F3A8B68F3}"/>
              </a:ext>
            </a:extLst>
          </p:cNvPr>
          <p:cNvSpPr/>
          <p:nvPr/>
        </p:nvSpPr>
        <p:spPr>
          <a:xfrm rot="5400000">
            <a:off x="3253110" y="1216006"/>
            <a:ext cx="3884171" cy="4065829"/>
          </a:xfrm>
          <a:custGeom>
            <a:avLst/>
            <a:gdLst>
              <a:gd name="csX0" fmla="*/ 0 w 3289821"/>
              <a:gd name="csY0" fmla="*/ 0 h 2311511"/>
              <a:gd name="csX1" fmla="*/ 3289821 w 3289821"/>
              <a:gd name="csY1" fmla="*/ 2311511 h 2311511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289821" h="2311511" stroke="0" extrusionOk="0">
                <a:moveTo>
                  <a:pt x="666913" y="1455136"/>
                </a:moveTo>
                <a:cubicBezTo>
                  <a:pt x="2619850" y="1670451"/>
                  <a:pt x="3289821" y="1428067"/>
                  <a:pt x="3289821" y="2311511"/>
                </a:cubicBezTo>
                <a:lnTo>
                  <a:pt x="666913" y="1455136"/>
                </a:lnTo>
                <a:close/>
              </a:path>
              <a:path w="3289821" h="2311511" fill="none">
                <a:moveTo>
                  <a:pt x="0" y="0"/>
                </a:moveTo>
                <a:cubicBezTo>
                  <a:pt x="1856128" y="510275"/>
                  <a:pt x="3289821" y="1428067"/>
                  <a:pt x="3289821" y="2311511"/>
                </a:cubicBezTo>
              </a:path>
            </a:pathLst>
          </a:custGeom>
          <a:ln w="38100" cap="rnd">
            <a:solidFill>
              <a:srgbClr val="0070C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C2187FB-1E2B-D4C1-3004-00E0BF911649}"/>
                  </a:ext>
                </a:extLst>
              </p:cNvPr>
              <p:cNvSpPr txBox="1"/>
              <p:nvPr/>
            </p:nvSpPr>
            <p:spPr>
              <a:xfrm>
                <a:off x="7608992" y="5319307"/>
                <a:ext cx="18517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C2187FB-1E2B-D4C1-3004-00E0BF9116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8992" y="5319307"/>
                <a:ext cx="185179" cy="307777"/>
              </a:xfrm>
              <a:prstGeom prst="rect">
                <a:avLst/>
              </a:prstGeom>
              <a:blipFill>
                <a:blip r:embed="rId2"/>
                <a:stretch>
                  <a:fillRect l="-16129" r="-1612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1BA4602-3CDA-DEEC-4525-C07A10B9AB9E}"/>
                  </a:ext>
                </a:extLst>
              </p:cNvPr>
              <p:cNvSpPr txBox="1"/>
              <p:nvPr/>
            </p:nvSpPr>
            <p:spPr>
              <a:xfrm>
                <a:off x="2993165" y="5319308"/>
                <a:ext cx="338234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𝑂</m:t>
                      </m:r>
                    </m:oMath>
                  </m:oMathPara>
                </a14:m>
                <a:endParaRPr lang="en-US" sz="2000" i="1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1BA4602-3CDA-DEEC-4525-C07A10B9AB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3165" y="5319308"/>
                <a:ext cx="338234" cy="307777"/>
              </a:xfrm>
              <a:prstGeom prst="rect">
                <a:avLst/>
              </a:prstGeom>
              <a:blipFill>
                <a:blip r:embed="rId3"/>
                <a:stretch>
                  <a:fillRect l="-1818" r="-1818" b="-6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546070A-E6C9-6E3E-2178-E08A22319852}"/>
                  </a:ext>
                </a:extLst>
              </p:cNvPr>
              <p:cNvSpPr txBox="1"/>
              <p:nvPr/>
            </p:nvSpPr>
            <p:spPr>
              <a:xfrm>
                <a:off x="2415058" y="892166"/>
                <a:ext cx="57810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546070A-E6C9-6E3E-2178-E08A223198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5058" y="892166"/>
                <a:ext cx="578107" cy="307777"/>
              </a:xfrm>
              <a:prstGeom prst="rect">
                <a:avLst/>
              </a:prstGeom>
              <a:blipFill>
                <a:blip r:embed="rId4"/>
                <a:stretch>
                  <a:fillRect l="-9474" t="-1961" r="-14737" b="-33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85302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A1613F-8641-E58E-7C33-0EB2630AD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3EB2415-D0CB-109A-F41B-0A497CD62082}"/>
              </a:ext>
            </a:extLst>
          </p:cNvPr>
          <p:cNvCxnSpPr>
            <a:cxnSpLocks/>
          </p:cNvCxnSpPr>
          <p:nvPr/>
        </p:nvCxnSpPr>
        <p:spPr>
          <a:xfrm>
            <a:off x="9159240" y="2956560"/>
            <a:ext cx="0" cy="2307590"/>
          </a:xfrm>
          <a:prstGeom prst="line">
            <a:avLst/>
          </a:prstGeom>
          <a:ln w="19050" cap="rnd">
            <a:solidFill>
              <a:schemeClr val="tx1"/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1080CCC-78B1-005E-84A8-D01434184DED}"/>
              </a:ext>
            </a:extLst>
          </p:cNvPr>
          <p:cNvCxnSpPr>
            <a:cxnSpLocks/>
          </p:cNvCxnSpPr>
          <p:nvPr/>
        </p:nvCxnSpPr>
        <p:spPr>
          <a:xfrm>
            <a:off x="3155934" y="5209329"/>
            <a:ext cx="7076637" cy="0"/>
          </a:xfrm>
          <a:prstGeom prst="line">
            <a:avLst/>
          </a:prstGeom>
          <a:ln w="28575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ABC47AD-3519-C89F-5B9C-48D6D0B4CC70}"/>
              </a:ext>
            </a:extLst>
          </p:cNvPr>
          <p:cNvCxnSpPr>
            <a:cxnSpLocks/>
          </p:cNvCxnSpPr>
          <p:nvPr/>
        </p:nvCxnSpPr>
        <p:spPr>
          <a:xfrm>
            <a:off x="6694252" y="892166"/>
            <a:ext cx="0" cy="4317163"/>
          </a:xfrm>
          <a:prstGeom prst="line">
            <a:avLst/>
          </a:prstGeom>
          <a:ln w="28575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AE878BF-F418-4A8A-DD9B-2A1DCB4A5308}"/>
                  </a:ext>
                </a:extLst>
              </p:cNvPr>
              <p:cNvSpPr txBox="1"/>
              <p:nvPr/>
            </p:nvSpPr>
            <p:spPr>
              <a:xfrm>
                <a:off x="10030849" y="5319307"/>
                <a:ext cx="20172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AE878BF-F418-4A8A-DD9B-2A1DCB4A53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30849" y="5319307"/>
                <a:ext cx="201722" cy="307777"/>
              </a:xfrm>
              <a:prstGeom prst="rect">
                <a:avLst/>
              </a:prstGeom>
              <a:blipFill>
                <a:blip r:embed="rId2"/>
                <a:stretch>
                  <a:fillRect l="-14706" r="-117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3F4B216-299A-BF1A-97FF-6D4334629386}"/>
                  </a:ext>
                </a:extLst>
              </p:cNvPr>
              <p:cNvSpPr txBox="1"/>
              <p:nvPr/>
            </p:nvSpPr>
            <p:spPr>
              <a:xfrm>
                <a:off x="6525135" y="5319308"/>
                <a:ext cx="338234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𝑂</m:t>
                      </m:r>
                    </m:oMath>
                  </m:oMathPara>
                </a14:m>
                <a:endParaRPr lang="en-US" sz="2000" i="1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3F4B216-299A-BF1A-97FF-6D43346293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5135" y="5319308"/>
                <a:ext cx="338234" cy="307777"/>
              </a:xfrm>
              <a:prstGeom prst="rect">
                <a:avLst/>
              </a:prstGeom>
              <a:blipFill>
                <a:blip r:embed="rId3"/>
                <a:stretch>
                  <a:fillRect l="-1786" b="-6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B01B997-E213-3A89-7725-93B106DF9287}"/>
                  </a:ext>
                </a:extLst>
              </p:cNvPr>
              <p:cNvSpPr txBox="1"/>
              <p:nvPr/>
            </p:nvSpPr>
            <p:spPr>
              <a:xfrm>
                <a:off x="6286095" y="888715"/>
                <a:ext cx="239040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𝑈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B01B997-E213-3A89-7725-93B106DF92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095" y="888715"/>
                <a:ext cx="239040" cy="307777"/>
              </a:xfrm>
              <a:prstGeom prst="rect">
                <a:avLst/>
              </a:prstGeom>
              <a:blipFill>
                <a:blip r:embed="rId4"/>
                <a:stretch>
                  <a:fillRect l="-23077" r="-25641" b="-6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1BAB9C92-8F9C-E3A6-B78A-CC807FF3CA3E}"/>
              </a:ext>
            </a:extLst>
          </p:cNvPr>
          <p:cNvGrpSpPr/>
          <p:nvPr/>
        </p:nvGrpSpPr>
        <p:grpSpPr>
          <a:xfrm>
            <a:off x="3564279" y="1306470"/>
            <a:ext cx="6259947" cy="3884536"/>
            <a:chOff x="3206363" y="1306470"/>
            <a:chExt cx="6259947" cy="3884536"/>
          </a:xfrm>
        </p:grpSpPr>
        <p:sp>
          <p:nvSpPr>
            <p:cNvPr id="8" name="Arc 7">
              <a:extLst>
                <a:ext uri="{FF2B5EF4-FFF2-40B4-BE49-F238E27FC236}">
                  <a16:creationId xmlns:a16="http://schemas.microsoft.com/office/drawing/2014/main" id="{B60326A2-3A4B-EC60-8E46-F70C48898749}"/>
                </a:ext>
              </a:extLst>
            </p:cNvPr>
            <p:cNvSpPr/>
            <p:nvPr/>
          </p:nvSpPr>
          <p:spPr>
            <a:xfrm rot="5400000">
              <a:off x="5961524" y="1686220"/>
              <a:ext cx="3884171" cy="3125401"/>
            </a:xfrm>
            <a:custGeom>
              <a:avLst/>
              <a:gdLst>
                <a:gd name="csX0" fmla="*/ 0 w 3289821"/>
                <a:gd name="csY0" fmla="*/ 0 h 2311511"/>
                <a:gd name="csX1" fmla="*/ 3289821 w 3289821"/>
                <a:gd name="csY1" fmla="*/ 2311511 h 23115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289821" h="2311511" stroke="0" extrusionOk="0">
                  <a:moveTo>
                    <a:pt x="666913" y="1455136"/>
                  </a:moveTo>
                  <a:cubicBezTo>
                    <a:pt x="2619850" y="1670451"/>
                    <a:pt x="3289821" y="1428067"/>
                    <a:pt x="3289821" y="2311511"/>
                  </a:cubicBezTo>
                  <a:lnTo>
                    <a:pt x="666913" y="1455136"/>
                  </a:lnTo>
                  <a:close/>
                </a:path>
                <a:path w="3289821" h="2311511" fill="none">
                  <a:moveTo>
                    <a:pt x="0" y="0"/>
                  </a:moveTo>
                  <a:cubicBezTo>
                    <a:pt x="1856128" y="510275"/>
                    <a:pt x="3289821" y="1428067"/>
                    <a:pt x="3289821" y="2311511"/>
                  </a:cubicBezTo>
                </a:path>
              </a:pathLst>
            </a:custGeom>
            <a:ln w="38100" cap="rnd">
              <a:solidFill>
                <a:srgbClr val="0070C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" name="Arc 7">
              <a:extLst>
                <a:ext uri="{FF2B5EF4-FFF2-40B4-BE49-F238E27FC236}">
                  <a16:creationId xmlns:a16="http://schemas.microsoft.com/office/drawing/2014/main" id="{F6CC75D1-45C4-6896-8382-3ED2132BEB5C}"/>
                </a:ext>
              </a:extLst>
            </p:cNvPr>
            <p:cNvSpPr/>
            <p:nvPr/>
          </p:nvSpPr>
          <p:spPr>
            <a:xfrm rot="16200000" flipH="1">
              <a:off x="2826978" y="1685855"/>
              <a:ext cx="3884171" cy="3125401"/>
            </a:xfrm>
            <a:custGeom>
              <a:avLst/>
              <a:gdLst>
                <a:gd name="csX0" fmla="*/ 0 w 3289821"/>
                <a:gd name="csY0" fmla="*/ 0 h 2311511"/>
                <a:gd name="csX1" fmla="*/ 3289821 w 3289821"/>
                <a:gd name="csY1" fmla="*/ 2311511 h 23115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289821" h="2311511" stroke="0" extrusionOk="0">
                  <a:moveTo>
                    <a:pt x="666913" y="1455136"/>
                  </a:moveTo>
                  <a:cubicBezTo>
                    <a:pt x="2619850" y="1670451"/>
                    <a:pt x="3289821" y="1428067"/>
                    <a:pt x="3289821" y="2311511"/>
                  </a:cubicBezTo>
                  <a:lnTo>
                    <a:pt x="666913" y="1455136"/>
                  </a:lnTo>
                  <a:close/>
                </a:path>
                <a:path w="3289821" h="2311511" fill="none">
                  <a:moveTo>
                    <a:pt x="0" y="0"/>
                  </a:moveTo>
                  <a:cubicBezTo>
                    <a:pt x="1856128" y="510275"/>
                    <a:pt x="3289821" y="1428067"/>
                    <a:pt x="3289821" y="2311511"/>
                  </a:cubicBezTo>
                </a:path>
              </a:pathLst>
            </a:custGeom>
            <a:ln w="38100" cap="rnd">
              <a:solidFill>
                <a:srgbClr val="0070C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EED0702-A46A-9763-5C2C-1FDE9DDB36D2}"/>
                  </a:ext>
                </a:extLst>
              </p:cNvPr>
              <p:cNvSpPr txBox="1"/>
              <p:nvPr/>
            </p:nvSpPr>
            <p:spPr>
              <a:xfrm>
                <a:off x="3206363" y="5319307"/>
                <a:ext cx="39408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EED0702-A46A-9763-5C2C-1FDE9DDB36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6363" y="5319307"/>
                <a:ext cx="394082" cy="307777"/>
              </a:xfrm>
              <a:prstGeom prst="rect">
                <a:avLst/>
              </a:prstGeom>
              <a:blipFill>
                <a:blip r:embed="rId5"/>
                <a:stretch>
                  <a:fillRect l="-4615" r="-46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Oval 11">
            <a:extLst>
              <a:ext uri="{FF2B5EF4-FFF2-40B4-BE49-F238E27FC236}">
                <a16:creationId xmlns:a16="http://schemas.microsoft.com/office/drawing/2014/main" id="{199505DF-9E35-2267-BD6A-0D5CEE741527}"/>
              </a:ext>
            </a:extLst>
          </p:cNvPr>
          <p:cNvSpPr/>
          <p:nvPr/>
        </p:nvSpPr>
        <p:spPr>
          <a:xfrm>
            <a:off x="9091310" y="2890779"/>
            <a:ext cx="132616" cy="13261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B419F4F-BDB5-4945-8E0F-59DC41E0CA1A}"/>
              </a:ext>
            </a:extLst>
          </p:cNvPr>
          <p:cNvCxnSpPr>
            <a:cxnSpLocks/>
          </p:cNvCxnSpPr>
          <p:nvPr/>
        </p:nvCxnSpPr>
        <p:spPr>
          <a:xfrm>
            <a:off x="8055595" y="4548188"/>
            <a:ext cx="0" cy="715962"/>
          </a:xfrm>
          <a:prstGeom prst="line">
            <a:avLst/>
          </a:prstGeom>
          <a:ln w="19050" cap="rnd">
            <a:solidFill>
              <a:schemeClr val="tx1"/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0FE434E0-7726-67E7-722D-084823AFF7B1}"/>
              </a:ext>
            </a:extLst>
          </p:cNvPr>
          <p:cNvSpPr/>
          <p:nvPr/>
        </p:nvSpPr>
        <p:spPr>
          <a:xfrm>
            <a:off x="7994015" y="4442563"/>
            <a:ext cx="132616" cy="13261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CACB0C7-528C-E531-3896-972A85AC01D4}"/>
                  </a:ext>
                </a:extLst>
              </p:cNvPr>
              <p:cNvSpPr txBox="1"/>
              <p:nvPr/>
            </p:nvSpPr>
            <p:spPr>
              <a:xfrm>
                <a:off x="8743931" y="2583002"/>
                <a:ext cx="338234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#1</m:t>
                      </m:r>
                    </m:oMath>
                  </m:oMathPara>
                </a14:m>
                <a:endParaRPr lang="en-US" sz="2000" i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CACB0C7-528C-E531-3896-972A85AC01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3931" y="2583002"/>
                <a:ext cx="338234" cy="307777"/>
              </a:xfrm>
              <a:prstGeom prst="rect">
                <a:avLst/>
              </a:prstGeom>
              <a:blipFill>
                <a:blip r:embed="rId6"/>
                <a:stretch>
                  <a:fillRect l="-19643" r="-19643" b="-6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B05E256-DAB1-0061-4E76-1D9EC4FB92C0}"/>
                  </a:ext>
                </a:extLst>
              </p:cNvPr>
              <p:cNvSpPr txBox="1"/>
              <p:nvPr/>
            </p:nvSpPr>
            <p:spPr>
              <a:xfrm>
                <a:off x="7655781" y="4134786"/>
                <a:ext cx="338234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#2</m:t>
                      </m:r>
                    </m:oMath>
                  </m:oMathPara>
                </a14:m>
                <a:endParaRPr lang="en-US" sz="2000" i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B05E256-DAB1-0061-4E76-1D9EC4FB92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5781" y="4134786"/>
                <a:ext cx="338234" cy="307777"/>
              </a:xfrm>
              <a:prstGeom prst="rect">
                <a:avLst/>
              </a:prstGeom>
              <a:blipFill>
                <a:blip r:embed="rId7"/>
                <a:stretch>
                  <a:fillRect l="-21818" r="-20000" b="-588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91627A1-3FE9-BF12-2078-C4D8C811D0FF}"/>
              </a:ext>
            </a:extLst>
          </p:cNvPr>
          <p:cNvCxnSpPr>
            <a:cxnSpLocks/>
          </p:cNvCxnSpPr>
          <p:nvPr/>
        </p:nvCxnSpPr>
        <p:spPr>
          <a:xfrm flipH="1">
            <a:off x="8851900" y="3006726"/>
            <a:ext cx="273375" cy="482599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791FDD41-8821-51E8-1816-6FDBAAC21848}"/>
                  </a:ext>
                </a:extLst>
              </p:cNvPr>
              <p:cNvSpPr txBox="1"/>
              <p:nvPr/>
            </p:nvSpPr>
            <p:spPr>
              <a:xfrm>
                <a:off x="9034625" y="5227653"/>
                <a:ext cx="311111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791FDD41-8821-51E8-1816-6FDBAAC218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4625" y="5227653"/>
                <a:ext cx="311111" cy="307777"/>
              </a:xfrm>
              <a:prstGeom prst="rect">
                <a:avLst/>
              </a:prstGeom>
              <a:blipFill>
                <a:blip r:embed="rId8"/>
                <a:stretch>
                  <a:fillRect l="-9804" r="-5882" b="-16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9732CFA6-AA7E-F162-34E9-D0741D29F531}"/>
                  </a:ext>
                </a:extLst>
              </p:cNvPr>
              <p:cNvSpPr txBox="1"/>
              <p:nvPr/>
            </p:nvSpPr>
            <p:spPr>
              <a:xfrm>
                <a:off x="7954734" y="5227652"/>
                <a:ext cx="20172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9732CFA6-AA7E-F162-34E9-D0741D29F5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4734" y="5227652"/>
                <a:ext cx="201722" cy="307777"/>
              </a:xfrm>
              <a:prstGeom prst="rect">
                <a:avLst/>
              </a:prstGeom>
              <a:blipFill>
                <a:blip r:embed="rId9"/>
                <a:stretch>
                  <a:fillRect l="-18182" r="-1212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99688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FEB6A-B496-A195-1E8A-1C7909FF3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7BA3E2A-FBAC-F183-8C0A-659CACB54945}"/>
              </a:ext>
            </a:extLst>
          </p:cNvPr>
          <p:cNvCxnSpPr>
            <a:cxnSpLocks/>
          </p:cNvCxnSpPr>
          <p:nvPr/>
        </p:nvCxnSpPr>
        <p:spPr>
          <a:xfrm>
            <a:off x="7802913" y="2162175"/>
            <a:ext cx="0" cy="3140075"/>
          </a:xfrm>
          <a:prstGeom prst="line">
            <a:avLst/>
          </a:prstGeom>
          <a:ln w="19050" cap="rnd">
            <a:solidFill>
              <a:schemeClr val="tx1"/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991F7A1-EA65-71C6-2F7D-B860C532E874}"/>
              </a:ext>
            </a:extLst>
          </p:cNvPr>
          <p:cNvCxnSpPr>
            <a:cxnSpLocks/>
          </p:cNvCxnSpPr>
          <p:nvPr/>
        </p:nvCxnSpPr>
        <p:spPr>
          <a:xfrm>
            <a:off x="1431307" y="5209329"/>
            <a:ext cx="7076637" cy="0"/>
          </a:xfrm>
          <a:prstGeom prst="line">
            <a:avLst/>
          </a:prstGeom>
          <a:ln w="28575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3EB16A4-1407-E596-B8C5-A51C2CFFACA0}"/>
              </a:ext>
            </a:extLst>
          </p:cNvPr>
          <p:cNvCxnSpPr>
            <a:cxnSpLocks/>
          </p:cNvCxnSpPr>
          <p:nvPr/>
        </p:nvCxnSpPr>
        <p:spPr>
          <a:xfrm>
            <a:off x="4969625" y="892166"/>
            <a:ext cx="0" cy="4317163"/>
          </a:xfrm>
          <a:prstGeom prst="line">
            <a:avLst/>
          </a:prstGeom>
          <a:ln w="28575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27482D9-90A8-9262-12F0-B372679D93E4}"/>
                  </a:ext>
                </a:extLst>
              </p:cNvPr>
              <p:cNvSpPr txBox="1"/>
              <p:nvPr/>
            </p:nvSpPr>
            <p:spPr>
              <a:xfrm>
                <a:off x="8456697" y="5328832"/>
                <a:ext cx="20172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27482D9-90A8-9262-12F0-B372679D93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6697" y="5328832"/>
                <a:ext cx="201722" cy="307777"/>
              </a:xfrm>
              <a:prstGeom prst="rect">
                <a:avLst/>
              </a:prstGeom>
              <a:blipFill>
                <a:blip r:embed="rId2"/>
                <a:stretch>
                  <a:fillRect l="-15152" r="-1515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0491357-3AFB-CCB0-E883-0935C40E8BE5}"/>
                  </a:ext>
                </a:extLst>
              </p:cNvPr>
              <p:cNvSpPr txBox="1"/>
              <p:nvPr/>
            </p:nvSpPr>
            <p:spPr>
              <a:xfrm>
                <a:off x="4800508" y="5328833"/>
                <a:ext cx="338234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𝑂</m:t>
                      </m:r>
                    </m:oMath>
                  </m:oMathPara>
                </a14:m>
                <a:endParaRPr lang="en-US" sz="2000" i="1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0491357-3AFB-CCB0-E883-0935C40E8B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0508" y="5328833"/>
                <a:ext cx="338234" cy="307777"/>
              </a:xfrm>
              <a:prstGeom prst="rect">
                <a:avLst/>
              </a:prstGeom>
              <a:blipFill>
                <a:blip r:embed="rId3"/>
                <a:stretch>
                  <a:fillRect l="-1786" b="-588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3686BFA-C15E-180E-9315-0D6B0B6C8104}"/>
                  </a:ext>
                </a:extLst>
              </p:cNvPr>
              <p:cNvSpPr txBox="1"/>
              <p:nvPr/>
            </p:nvSpPr>
            <p:spPr>
              <a:xfrm>
                <a:off x="4561468" y="888715"/>
                <a:ext cx="239040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𝑈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3686BFA-C15E-180E-9315-0D6B0B6C81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1468" y="888715"/>
                <a:ext cx="239040" cy="307777"/>
              </a:xfrm>
              <a:prstGeom prst="rect">
                <a:avLst/>
              </a:prstGeom>
              <a:blipFill>
                <a:blip r:embed="rId4"/>
                <a:stretch>
                  <a:fillRect l="-23077" r="-25641" b="-6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5510F983-6536-7775-89A7-E72CDB849655}"/>
              </a:ext>
            </a:extLst>
          </p:cNvPr>
          <p:cNvGrpSpPr/>
          <p:nvPr/>
        </p:nvGrpSpPr>
        <p:grpSpPr>
          <a:xfrm>
            <a:off x="1839652" y="1306470"/>
            <a:ext cx="6259947" cy="3884536"/>
            <a:chOff x="3206363" y="1306470"/>
            <a:chExt cx="6259947" cy="3884536"/>
          </a:xfrm>
        </p:grpSpPr>
        <p:sp>
          <p:nvSpPr>
            <p:cNvPr id="8" name="Arc 7">
              <a:extLst>
                <a:ext uri="{FF2B5EF4-FFF2-40B4-BE49-F238E27FC236}">
                  <a16:creationId xmlns:a16="http://schemas.microsoft.com/office/drawing/2014/main" id="{52ACC157-EFD8-AD24-0262-D2A2386EDB09}"/>
                </a:ext>
              </a:extLst>
            </p:cNvPr>
            <p:cNvSpPr/>
            <p:nvPr/>
          </p:nvSpPr>
          <p:spPr>
            <a:xfrm rot="5400000">
              <a:off x="5961524" y="1686220"/>
              <a:ext cx="3884171" cy="3125401"/>
            </a:xfrm>
            <a:custGeom>
              <a:avLst/>
              <a:gdLst>
                <a:gd name="csX0" fmla="*/ 0 w 3289821"/>
                <a:gd name="csY0" fmla="*/ 0 h 2311511"/>
                <a:gd name="csX1" fmla="*/ 3289821 w 3289821"/>
                <a:gd name="csY1" fmla="*/ 2311511 h 23115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289821" h="2311511" stroke="0" extrusionOk="0">
                  <a:moveTo>
                    <a:pt x="666913" y="1455136"/>
                  </a:moveTo>
                  <a:cubicBezTo>
                    <a:pt x="2619850" y="1670451"/>
                    <a:pt x="3289821" y="1428067"/>
                    <a:pt x="3289821" y="2311511"/>
                  </a:cubicBezTo>
                  <a:lnTo>
                    <a:pt x="666913" y="1455136"/>
                  </a:lnTo>
                  <a:close/>
                </a:path>
                <a:path w="3289821" h="2311511" fill="none">
                  <a:moveTo>
                    <a:pt x="0" y="0"/>
                  </a:moveTo>
                  <a:cubicBezTo>
                    <a:pt x="1856128" y="510275"/>
                    <a:pt x="3289821" y="1428067"/>
                    <a:pt x="3289821" y="2311511"/>
                  </a:cubicBezTo>
                </a:path>
              </a:pathLst>
            </a:custGeom>
            <a:ln w="38100" cap="rnd">
              <a:solidFill>
                <a:srgbClr val="0070C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" name="Arc 7">
              <a:extLst>
                <a:ext uri="{FF2B5EF4-FFF2-40B4-BE49-F238E27FC236}">
                  <a16:creationId xmlns:a16="http://schemas.microsoft.com/office/drawing/2014/main" id="{2477264F-BB36-D192-2C6C-BC7A1CD334C5}"/>
                </a:ext>
              </a:extLst>
            </p:cNvPr>
            <p:cNvSpPr/>
            <p:nvPr/>
          </p:nvSpPr>
          <p:spPr>
            <a:xfrm rot="16200000" flipH="1">
              <a:off x="2826978" y="1685855"/>
              <a:ext cx="3884171" cy="3125401"/>
            </a:xfrm>
            <a:custGeom>
              <a:avLst/>
              <a:gdLst>
                <a:gd name="csX0" fmla="*/ 0 w 3289821"/>
                <a:gd name="csY0" fmla="*/ 0 h 2311511"/>
                <a:gd name="csX1" fmla="*/ 3289821 w 3289821"/>
                <a:gd name="csY1" fmla="*/ 2311511 h 23115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289821" h="2311511" stroke="0" extrusionOk="0">
                  <a:moveTo>
                    <a:pt x="666913" y="1455136"/>
                  </a:moveTo>
                  <a:cubicBezTo>
                    <a:pt x="2619850" y="1670451"/>
                    <a:pt x="3289821" y="1428067"/>
                    <a:pt x="3289821" y="2311511"/>
                  </a:cubicBezTo>
                  <a:lnTo>
                    <a:pt x="666913" y="1455136"/>
                  </a:lnTo>
                  <a:close/>
                </a:path>
                <a:path w="3289821" h="2311511" fill="none">
                  <a:moveTo>
                    <a:pt x="0" y="0"/>
                  </a:moveTo>
                  <a:cubicBezTo>
                    <a:pt x="1856128" y="510275"/>
                    <a:pt x="3289821" y="1428067"/>
                    <a:pt x="3289821" y="2311511"/>
                  </a:cubicBezTo>
                </a:path>
              </a:pathLst>
            </a:custGeom>
            <a:ln w="38100" cap="rnd">
              <a:solidFill>
                <a:srgbClr val="0070C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2785080-A98E-5F78-AE39-51BACE2AAC52}"/>
                  </a:ext>
                </a:extLst>
              </p:cNvPr>
              <p:cNvSpPr txBox="1"/>
              <p:nvPr/>
            </p:nvSpPr>
            <p:spPr>
              <a:xfrm>
                <a:off x="1180792" y="5328832"/>
                <a:ext cx="39408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2785080-A98E-5F78-AE39-51BACE2AAC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0792" y="5328832"/>
                <a:ext cx="394082" cy="307777"/>
              </a:xfrm>
              <a:prstGeom prst="rect">
                <a:avLst/>
              </a:prstGeom>
              <a:blipFill>
                <a:blip r:embed="rId5"/>
                <a:stretch>
                  <a:fillRect l="-4688" r="-625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Oval 11">
            <a:extLst>
              <a:ext uri="{FF2B5EF4-FFF2-40B4-BE49-F238E27FC236}">
                <a16:creationId xmlns:a16="http://schemas.microsoft.com/office/drawing/2014/main" id="{D9E297AA-6E6F-79D9-B128-BE7EB2C3C7F3}"/>
              </a:ext>
            </a:extLst>
          </p:cNvPr>
          <p:cNvSpPr/>
          <p:nvPr/>
        </p:nvSpPr>
        <p:spPr>
          <a:xfrm>
            <a:off x="7734983" y="2077979"/>
            <a:ext cx="132616" cy="13261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A555E81-0559-CCF8-63C7-14DF9CAE3564}"/>
              </a:ext>
            </a:extLst>
          </p:cNvPr>
          <p:cNvCxnSpPr>
            <a:cxnSpLocks/>
          </p:cNvCxnSpPr>
          <p:nvPr/>
        </p:nvCxnSpPr>
        <p:spPr>
          <a:xfrm>
            <a:off x="6914373" y="3895727"/>
            <a:ext cx="0" cy="1413662"/>
          </a:xfrm>
          <a:prstGeom prst="line">
            <a:avLst/>
          </a:prstGeom>
          <a:ln w="19050" cap="rnd">
            <a:solidFill>
              <a:schemeClr val="tx1"/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28871921-E80A-E7FB-1DEE-8DC9293D7AD4}"/>
              </a:ext>
            </a:extLst>
          </p:cNvPr>
          <p:cNvSpPr/>
          <p:nvPr/>
        </p:nvSpPr>
        <p:spPr>
          <a:xfrm>
            <a:off x="6840888" y="3756758"/>
            <a:ext cx="132616" cy="13261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07BD27B-E748-9D81-73DC-41CE0661545D}"/>
              </a:ext>
            </a:extLst>
          </p:cNvPr>
          <p:cNvCxnSpPr>
            <a:cxnSpLocks/>
          </p:cNvCxnSpPr>
          <p:nvPr/>
        </p:nvCxnSpPr>
        <p:spPr>
          <a:xfrm flipH="1">
            <a:off x="7343662" y="2019867"/>
            <a:ext cx="900000" cy="0"/>
          </a:xfrm>
          <a:prstGeom prst="straightConnector1">
            <a:avLst/>
          </a:prstGeom>
          <a:ln w="38100" cap="rnd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4294A07-0F28-09C5-174B-2144AF69000F}"/>
                  </a:ext>
                </a:extLst>
              </p:cNvPr>
              <p:cNvSpPr txBox="1"/>
              <p:nvPr/>
            </p:nvSpPr>
            <p:spPr>
              <a:xfrm>
                <a:off x="7649720" y="5319307"/>
                <a:ext cx="311111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4294A07-0F28-09C5-174B-2144AF6900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9720" y="5319307"/>
                <a:ext cx="311111" cy="307777"/>
              </a:xfrm>
              <a:prstGeom prst="rect">
                <a:avLst/>
              </a:prstGeom>
              <a:blipFill>
                <a:blip r:embed="rId6"/>
                <a:stretch>
                  <a:fillRect l="-11765" r="-5882" b="-16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1AFC93A6-9C8B-9CB5-2329-B3DD23D5B8D1}"/>
                  </a:ext>
                </a:extLst>
              </p:cNvPr>
              <p:cNvSpPr txBox="1"/>
              <p:nvPr/>
            </p:nvSpPr>
            <p:spPr>
              <a:xfrm>
                <a:off x="6813512" y="5319302"/>
                <a:ext cx="20172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1AFC93A6-9C8B-9CB5-2329-B3DD23D5B8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3512" y="5319302"/>
                <a:ext cx="201722" cy="307777"/>
              </a:xfrm>
              <a:prstGeom prst="rect">
                <a:avLst/>
              </a:prstGeom>
              <a:blipFill>
                <a:blip r:embed="rId7"/>
                <a:stretch>
                  <a:fillRect l="-18182" r="-1212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82EE0097-A31C-B704-2AF7-FAF9AD003B16}"/>
              </a:ext>
            </a:extLst>
          </p:cNvPr>
          <p:cNvCxnSpPr>
            <a:cxnSpLocks/>
          </p:cNvCxnSpPr>
          <p:nvPr/>
        </p:nvCxnSpPr>
        <p:spPr>
          <a:xfrm>
            <a:off x="2142204" y="2162171"/>
            <a:ext cx="0" cy="3140075"/>
          </a:xfrm>
          <a:prstGeom prst="line">
            <a:avLst/>
          </a:prstGeom>
          <a:ln w="19050" cap="rnd">
            <a:solidFill>
              <a:schemeClr val="tx1"/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F526A2B9-F536-38A1-483E-72D0DB8AD93A}"/>
              </a:ext>
            </a:extLst>
          </p:cNvPr>
          <p:cNvSpPr/>
          <p:nvPr/>
        </p:nvSpPr>
        <p:spPr>
          <a:xfrm>
            <a:off x="2074274" y="2077975"/>
            <a:ext cx="132616" cy="13261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37476E1A-0366-0B14-1BF3-9AE967BAE1EC}"/>
              </a:ext>
            </a:extLst>
          </p:cNvPr>
          <p:cNvCxnSpPr>
            <a:cxnSpLocks/>
          </p:cNvCxnSpPr>
          <p:nvPr/>
        </p:nvCxnSpPr>
        <p:spPr>
          <a:xfrm>
            <a:off x="1698146" y="2010973"/>
            <a:ext cx="900000" cy="0"/>
          </a:xfrm>
          <a:prstGeom prst="straightConnector1">
            <a:avLst/>
          </a:prstGeom>
          <a:ln w="38100" cap="rnd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9CA82C7-41D2-46A7-E9AF-5E25002C6B89}"/>
                  </a:ext>
                </a:extLst>
              </p:cNvPr>
              <p:cNvSpPr txBox="1"/>
              <p:nvPr/>
            </p:nvSpPr>
            <p:spPr>
              <a:xfrm>
                <a:off x="1896411" y="5319303"/>
                <a:ext cx="503471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9CA82C7-41D2-46A7-E9AF-5E25002C6B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6411" y="5319303"/>
                <a:ext cx="503471" cy="307777"/>
              </a:xfrm>
              <a:prstGeom prst="rect">
                <a:avLst/>
              </a:prstGeom>
              <a:blipFill>
                <a:blip r:embed="rId8"/>
                <a:stretch>
                  <a:fillRect l="-2410" r="-2410" b="-16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9BB7228-4768-23B8-724B-747073DAC3B2}"/>
              </a:ext>
            </a:extLst>
          </p:cNvPr>
          <p:cNvCxnSpPr>
            <a:cxnSpLocks/>
          </p:cNvCxnSpPr>
          <p:nvPr/>
        </p:nvCxnSpPr>
        <p:spPr>
          <a:xfrm flipH="1">
            <a:off x="6561904" y="3656379"/>
            <a:ext cx="557967" cy="0"/>
          </a:xfrm>
          <a:prstGeom prst="straightConnector1">
            <a:avLst/>
          </a:prstGeom>
          <a:ln w="38100" cap="rnd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2BAF550B-37EC-0CB5-0EFD-E72AAC927C41}"/>
              </a:ext>
            </a:extLst>
          </p:cNvPr>
          <p:cNvCxnSpPr>
            <a:cxnSpLocks/>
          </p:cNvCxnSpPr>
          <p:nvPr/>
        </p:nvCxnSpPr>
        <p:spPr>
          <a:xfrm flipH="1">
            <a:off x="6229350" y="3823066"/>
            <a:ext cx="596066" cy="0"/>
          </a:xfrm>
          <a:prstGeom prst="straightConnector1">
            <a:avLst/>
          </a:prstGeom>
          <a:ln w="38100" cap="rnd">
            <a:solidFill>
              <a:srgbClr val="003A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5C2E1A08-1B16-514E-1C87-BD99CA21FB64}"/>
              </a:ext>
            </a:extLst>
          </p:cNvPr>
          <p:cNvCxnSpPr>
            <a:cxnSpLocks/>
          </p:cNvCxnSpPr>
          <p:nvPr/>
        </p:nvCxnSpPr>
        <p:spPr>
          <a:xfrm>
            <a:off x="6990171" y="3823066"/>
            <a:ext cx="596066" cy="0"/>
          </a:xfrm>
          <a:prstGeom prst="straightConnector1">
            <a:avLst/>
          </a:prstGeom>
          <a:ln w="38100" cap="rnd">
            <a:solidFill>
              <a:srgbClr val="003A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Oval 53">
            <a:extLst>
              <a:ext uri="{FF2B5EF4-FFF2-40B4-BE49-F238E27FC236}">
                <a16:creationId xmlns:a16="http://schemas.microsoft.com/office/drawing/2014/main" id="{B0E34A6F-D98C-51B9-487F-1905ADCAA0FC}"/>
              </a:ext>
            </a:extLst>
          </p:cNvPr>
          <p:cNvSpPr/>
          <p:nvPr/>
        </p:nvSpPr>
        <p:spPr>
          <a:xfrm>
            <a:off x="4904715" y="5143383"/>
            <a:ext cx="132616" cy="13261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4A43D085-61D3-D833-F331-A2E9786489EB}"/>
              </a:ext>
            </a:extLst>
          </p:cNvPr>
          <p:cNvCxnSpPr>
            <a:cxnSpLocks/>
          </p:cNvCxnSpPr>
          <p:nvPr/>
        </p:nvCxnSpPr>
        <p:spPr>
          <a:xfrm flipH="1">
            <a:off x="3807399" y="5210489"/>
            <a:ext cx="1080000" cy="0"/>
          </a:xfrm>
          <a:prstGeom prst="straightConnector1">
            <a:avLst/>
          </a:prstGeom>
          <a:ln w="38100" cap="rnd">
            <a:solidFill>
              <a:srgbClr val="003A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DDCAD28F-A733-F9A4-1C46-8CDBF48E8937}"/>
              </a:ext>
            </a:extLst>
          </p:cNvPr>
          <p:cNvCxnSpPr>
            <a:cxnSpLocks/>
          </p:cNvCxnSpPr>
          <p:nvPr/>
        </p:nvCxnSpPr>
        <p:spPr>
          <a:xfrm>
            <a:off x="5053998" y="5210489"/>
            <a:ext cx="1080000" cy="0"/>
          </a:xfrm>
          <a:prstGeom prst="straightConnector1">
            <a:avLst/>
          </a:prstGeom>
          <a:ln w="38100" cap="rnd">
            <a:solidFill>
              <a:srgbClr val="003A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4" name="Group 73">
            <a:extLst>
              <a:ext uri="{FF2B5EF4-FFF2-40B4-BE49-F238E27FC236}">
                <a16:creationId xmlns:a16="http://schemas.microsoft.com/office/drawing/2014/main" id="{F6842202-EAE7-B235-6F19-60FD5F5C823D}"/>
              </a:ext>
            </a:extLst>
          </p:cNvPr>
          <p:cNvGrpSpPr/>
          <p:nvPr/>
        </p:nvGrpSpPr>
        <p:grpSpPr>
          <a:xfrm>
            <a:off x="6422133" y="3019426"/>
            <a:ext cx="888448" cy="514213"/>
            <a:chOff x="6422133" y="3019426"/>
            <a:chExt cx="888448" cy="514213"/>
          </a:xfrm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CBB6D8C2-48DE-DC22-9ACF-7F4E9E05BD53}"/>
                </a:ext>
              </a:extLst>
            </p:cNvPr>
            <p:cNvSpPr/>
            <p:nvPr/>
          </p:nvSpPr>
          <p:spPr>
            <a:xfrm>
              <a:off x="6422135" y="3019426"/>
              <a:ext cx="888444" cy="514213"/>
            </a:xfrm>
            <a:prstGeom prst="rect">
              <a:avLst/>
            </a:prstGeom>
            <a:solidFill>
              <a:schemeClr val="bg1">
                <a:lumMod val="85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CE89B31F-F3FD-35DA-D0DE-793E1D95E071}"/>
                    </a:ext>
                  </a:extLst>
                </p:cNvPr>
                <p:cNvSpPr txBox="1"/>
                <p:nvPr/>
              </p:nvSpPr>
              <p:spPr>
                <a:xfrm>
                  <a:off x="6422133" y="3057370"/>
                  <a:ext cx="888448" cy="43832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IN" sz="15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15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=−</m:t>
                        </m:r>
                        <m:f>
                          <m:fPr>
                            <m:ctrlPr>
                              <a:rPr lang="en-IN" sz="15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15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>
                              <a:rPr lang="en-IN" sz="15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  <m:r>
                          <a:rPr lang="en-IN" sz="15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IN" sz="1500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CE89B31F-F3FD-35DA-D0DE-793E1D95E0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22133" y="3057370"/>
                  <a:ext cx="888448" cy="438325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8D36F9B4-34F1-2672-5D50-5EF25743BF94}"/>
              </a:ext>
            </a:extLst>
          </p:cNvPr>
          <p:cNvGrpSpPr/>
          <p:nvPr/>
        </p:nvGrpSpPr>
        <p:grpSpPr>
          <a:xfrm>
            <a:off x="5932757" y="3953015"/>
            <a:ext cx="1747723" cy="728523"/>
            <a:chOff x="5932757" y="3953015"/>
            <a:chExt cx="1747723" cy="728523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E20BB753-2DEB-09BA-9B82-569AB4B81497}"/>
                </a:ext>
              </a:extLst>
            </p:cNvPr>
            <p:cNvSpPr/>
            <p:nvPr/>
          </p:nvSpPr>
          <p:spPr>
            <a:xfrm>
              <a:off x="5953930" y="3953015"/>
              <a:ext cx="1705377" cy="728523"/>
            </a:xfrm>
            <a:prstGeom prst="rect">
              <a:avLst/>
            </a:prstGeom>
            <a:solidFill>
              <a:schemeClr val="bg1">
                <a:lumMod val="85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BB7AD21E-0660-6E99-8293-2944F689B5C8}"/>
                    </a:ext>
                  </a:extLst>
                </p:cNvPr>
                <p:cNvSpPr txBox="1"/>
                <p:nvPr/>
              </p:nvSpPr>
              <p:spPr>
                <a:xfrm>
                  <a:off x="5932757" y="3976285"/>
                  <a:ext cx="1747723" cy="68198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IN" sz="1500" b="0" i="1" smtClean="0">
                            <a:solidFill>
                              <a:srgbClr val="003A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IN" sz="1500" b="0" i="1" smtClean="0">
                            <a:solidFill>
                              <a:srgbClr val="003A00"/>
                            </a:solidFill>
                            <a:latin typeface="Cambria Math" panose="02040503050406030204" pitchFamily="18" charset="0"/>
                          </a:rPr>
                          <m:t>=±</m:t>
                        </m:r>
                        <m:rad>
                          <m:radPr>
                            <m:degHide m:val="on"/>
                            <m:ctrlPr>
                              <a:rPr lang="en-IN" sz="1500" b="0" i="1" smtClean="0">
                                <a:solidFill>
                                  <a:srgbClr val="003A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IN" sz="1500" b="0" i="1" smtClean="0">
                                    <a:solidFill>
                                      <a:srgbClr val="003A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1500" b="0" i="1" smtClean="0">
                                    <a:solidFill>
                                      <a:srgbClr val="003A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num>
                              <m:den>
                                <m:r>
                                  <a:rPr lang="en-IN" sz="1500" b="0" i="1" smtClean="0">
                                    <a:solidFill>
                                      <a:srgbClr val="003A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den>
                            </m:f>
                            <m:d>
                              <m:dPr>
                                <m:ctrlPr>
                                  <a:rPr lang="en-IN" sz="1500" b="0" i="1" smtClean="0">
                                    <a:solidFill>
                                      <a:srgbClr val="003A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IN" sz="1500" b="0" i="1" smtClean="0">
                                        <a:solidFill>
                                          <a:srgbClr val="003A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IN" sz="1500" b="0" i="1" smtClean="0">
                                        <a:solidFill>
                                          <a:srgbClr val="003A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IN" sz="1500" b="0" i="1" smtClean="0">
                                        <a:solidFill>
                                          <a:srgbClr val="003A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IN" sz="1500" b="0" i="1" smtClean="0">
                                        <a:solidFill>
                                          <a:srgbClr val="003A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IN" sz="1500" b="0" i="1" smtClean="0">
                                    <a:solidFill>
                                      <a:srgbClr val="003A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IN" sz="1500" b="0" i="1" smtClean="0">
                                        <a:solidFill>
                                          <a:srgbClr val="003A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N" sz="1500" b="0" i="1" smtClean="0">
                                        <a:solidFill>
                                          <a:srgbClr val="003A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1500" b="0" i="1" smtClean="0">
                                        <a:solidFill>
                                          <a:srgbClr val="003A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d>
                          </m:e>
                        </m:rad>
                      </m:oMath>
                    </m:oMathPara>
                  </a14:m>
                  <a:endParaRPr lang="en-IN" sz="1500" dirty="0">
                    <a:solidFill>
                      <a:srgbClr val="003A00"/>
                    </a:solidFill>
                  </a:endParaRPr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BB7AD21E-0660-6E99-8293-2944F689B5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32757" y="3976285"/>
                  <a:ext cx="1747723" cy="68198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BBB41EEB-1067-2D1B-1EA2-F017DC09918F}"/>
              </a:ext>
            </a:extLst>
          </p:cNvPr>
          <p:cNvGrpSpPr/>
          <p:nvPr/>
        </p:nvGrpSpPr>
        <p:grpSpPr>
          <a:xfrm>
            <a:off x="7345646" y="1409887"/>
            <a:ext cx="970522" cy="514213"/>
            <a:chOff x="7195628" y="1409887"/>
            <a:chExt cx="970522" cy="514213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BF327C7B-81BF-840D-5792-EDA8C0E1610F}"/>
                </a:ext>
              </a:extLst>
            </p:cNvPr>
            <p:cNvSpPr/>
            <p:nvPr/>
          </p:nvSpPr>
          <p:spPr>
            <a:xfrm>
              <a:off x="7206198" y="1409887"/>
              <a:ext cx="949382" cy="514213"/>
            </a:xfrm>
            <a:prstGeom prst="rect">
              <a:avLst/>
            </a:prstGeom>
            <a:solidFill>
              <a:schemeClr val="bg1">
                <a:lumMod val="85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20FD82DF-29BA-A7B7-C959-D41D4E70273E}"/>
                    </a:ext>
                  </a:extLst>
                </p:cNvPr>
                <p:cNvSpPr txBox="1"/>
                <p:nvPr/>
              </p:nvSpPr>
              <p:spPr>
                <a:xfrm>
                  <a:off x="7195628" y="1447831"/>
                  <a:ext cx="970522" cy="43832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IN" sz="15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15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=−</m:t>
                        </m:r>
                        <m:f>
                          <m:fPr>
                            <m:ctrlPr>
                              <a:rPr lang="en-IN" sz="15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15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>
                              <a:rPr lang="en-IN" sz="15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  <m:sSub>
                          <m:sSubPr>
                            <m:ctrlPr>
                              <a:rPr lang="en-IN" sz="15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5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15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IN" sz="1500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20FD82DF-29BA-A7B7-C959-D41D4E7027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95628" y="1447831"/>
                  <a:ext cx="970522" cy="438325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5FFD5242-8060-6488-3428-0F150E5F8FFD}"/>
              </a:ext>
            </a:extLst>
          </p:cNvPr>
          <p:cNvGrpSpPr/>
          <p:nvPr/>
        </p:nvGrpSpPr>
        <p:grpSpPr>
          <a:xfrm>
            <a:off x="7547726" y="2249629"/>
            <a:ext cx="511366" cy="263474"/>
            <a:chOff x="7378657" y="2268677"/>
            <a:chExt cx="511366" cy="263474"/>
          </a:xfrm>
        </p:grpSpPr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A1EC44EB-7308-EDD6-5210-4B4D8FB5A0D2}"/>
                </a:ext>
              </a:extLst>
            </p:cNvPr>
            <p:cNvSpPr/>
            <p:nvPr/>
          </p:nvSpPr>
          <p:spPr>
            <a:xfrm>
              <a:off x="7378657" y="2268677"/>
              <a:ext cx="511366" cy="263474"/>
            </a:xfrm>
            <a:prstGeom prst="rect">
              <a:avLst/>
            </a:prstGeom>
            <a:solidFill>
              <a:schemeClr val="bg1">
                <a:lumMod val="85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02265463-370A-1D22-DF4C-2D94F7986959}"/>
                    </a:ext>
                  </a:extLst>
                </p:cNvPr>
                <p:cNvSpPr txBox="1"/>
                <p:nvPr/>
              </p:nvSpPr>
              <p:spPr>
                <a:xfrm>
                  <a:off x="7379335" y="2284998"/>
                  <a:ext cx="510011" cy="2308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IN" sz="1500" b="0" i="1" smtClean="0">
                            <a:solidFill>
                              <a:srgbClr val="003A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IN" sz="1500" b="0" i="1" smtClean="0">
                            <a:solidFill>
                              <a:srgbClr val="003A00"/>
                            </a:solidFill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en-IN" sz="1500" dirty="0">
                    <a:solidFill>
                      <a:srgbClr val="003A00"/>
                    </a:solidFill>
                  </a:endParaRPr>
                </a:p>
              </p:txBody>
            </p:sp>
          </mc:Choice>
          <mc:Fallback xmlns="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02265463-370A-1D22-DF4C-2D94F79869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79335" y="2284998"/>
                  <a:ext cx="510011" cy="230832"/>
                </a:xfrm>
                <a:prstGeom prst="rect">
                  <a:avLst/>
                </a:prstGeom>
                <a:blipFill>
                  <a:blip r:embed="rId12"/>
                  <a:stretch>
                    <a:fillRect l="-4762" r="-8333" b="-5263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889A79A5-4E13-EB60-34AC-C0A6A06CBE17}"/>
              </a:ext>
            </a:extLst>
          </p:cNvPr>
          <p:cNvGrpSpPr/>
          <p:nvPr/>
        </p:nvGrpSpPr>
        <p:grpSpPr>
          <a:xfrm>
            <a:off x="4411139" y="4370827"/>
            <a:ext cx="1116858" cy="728523"/>
            <a:chOff x="4311125" y="4361303"/>
            <a:chExt cx="1116858" cy="728523"/>
          </a:xfrm>
        </p:grpSpPr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E00855F3-68D5-C940-5ECD-546451B06A24}"/>
                </a:ext>
              </a:extLst>
            </p:cNvPr>
            <p:cNvSpPr/>
            <p:nvPr/>
          </p:nvSpPr>
          <p:spPr>
            <a:xfrm>
              <a:off x="4311125" y="4361303"/>
              <a:ext cx="1116858" cy="728523"/>
            </a:xfrm>
            <a:prstGeom prst="rect">
              <a:avLst/>
            </a:prstGeom>
            <a:solidFill>
              <a:schemeClr val="bg1">
                <a:lumMod val="85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FA853D07-0A58-79A7-6A62-08AB2F537B5A}"/>
                    </a:ext>
                  </a:extLst>
                </p:cNvPr>
                <p:cNvSpPr txBox="1"/>
                <p:nvPr/>
              </p:nvSpPr>
              <p:spPr>
                <a:xfrm>
                  <a:off x="4321712" y="4384573"/>
                  <a:ext cx="1095685" cy="68198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IN" sz="1500" b="0" i="1" smtClean="0">
                            <a:solidFill>
                              <a:srgbClr val="003A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IN" sz="1500" b="0" i="1" smtClean="0">
                            <a:solidFill>
                              <a:srgbClr val="003A00"/>
                            </a:solidFill>
                            <a:latin typeface="Cambria Math" panose="02040503050406030204" pitchFamily="18" charset="0"/>
                          </a:rPr>
                          <m:t>=±</m:t>
                        </m:r>
                        <m:rad>
                          <m:radPr>
                            <m:degHide m:val="on"/>
                            <m:ctrlPr>
                              <a:rPr lang="en-IN" sz="1500" b="0" i="1" smtClean="0">
                                <a:solidFill>
                                  <a:srgbClr val="003A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IN" sz="1500" b="0" i="1" smtClean="0">
                                    <a:solidFill>
                                      <a:srgbClr val="003A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1500" b="0" i="1" smtClean="0">
                                    <a:solidFill>
                                      <a:srgbClr val="003A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num>
                              <m:den>
                                <m:r>
                                  <a:rPr lang="en-IN" sz="1500" b="0" i="1" smtClean="0">
                                    <a:solidFill>
                                      <a:srgbClr val="003A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den>
                            </m:f>
                            <m:sSubSup>
                              <m:sSubSupPr>
                                <m:ctrlPr>
                                  <a:rPr lang="en-IN" sz="1500" i="1">
                                    <a:solidFill>
                                      <a:srgbClr val="003A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IN" sz="1500" i="1">
                                    <a:solidFill>
                                      <a:srgbClr val="003A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1500" i="1">
                                    <a:solidFill>
                                      <a:srgbClr val="003A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en-IN" sz="1500" i="1">
                                    <a:solidFill>
                                      <a:srgbClr val="003A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rad>
                      </m:oMath>
                    </m:oMathPara>
                  </a14:m>
                  <a:endParaRPr lang="en-IN" sz="1500" dirty="0">
                    <a:solidFill>
                      <a:srgbClr val="003A00"/>
                    </a:solidFill>
                  </a:endParaRPr>
                </a:p>
              </p:txBody>
            </p:sp>
          </mc:Choice>
          <mc:Fallback xmlns="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FA853D07-0A58-79A7-6A62-08AB2F537B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1712" y="4384573"/>
                  <a:ext cx="1095685" cy="68198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27A9109D-7BF0-A94B-FB91-F5065FAFD4C4}"/>
              </a:ext>
            </a:extLst>
          </p:cNvPr>
          <p:cNvGrpSpPr/>
          <p:nvPr/>
        </p:nvGrpSpPr>
        <p:grpSpPr>
          <a:xfrm>
            <a:off x="4709248" y="4100906"/>
            <a:ext cx="512255" cy="230833"/>
            <a:chOff x="4530862" y="3991746"/>
            <a:chExt cx="512255" cy="230833"/>
          </a:xfrm>
        </p:grpSpPr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3E323040-DDE9-98CD-29D7-F75FFE132DC1}"/>
                </a:ext>
              </a:extLst>
            </p:cNvPr>
            <p:cNvSpPr/>
            <p:nvPr/>
          </p:nvSpPr>
          <p:spPr>
            <a:xfrm>
              <a:off x="4530863" y="3991746"/>
              <a:ext cx="512252" cy="230833"/>
            </a:xfrm>
            <a:prstGeom prst="rect">
              <a:avLst/>
            </a:prstGeom>
            <a:solidFill>
              <a:schemeClr val="bg1">
                <a:lumMod val="85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C1153642-EDD5-4AB8-C50C-71D211781863}"/>
                    </a:ext>
                  </a:extLst>
                </p:cNvPr>
                <p:cNvSpPr txBox="1"/>
                <p:nvPr/>
              </p:nvSpPr>
              <p:spPr>
                <a:xfrm>
                  <a:off x="4530862" y="3991746"/>
                  <a:ext cx="512255" cy="2308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IN" sz="15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15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en-IN" sz="1500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C1153642-EDD5-4AB8-C50C-71D2117818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30862" y="3991746"/>
                  <a:ext cx="512255" cy="230832"/>
                </a:xfrm>
                <a:prstGeom prst="rect">
                  <a:avLst/>
                </a:prstGeom>
                <a:blipFill>
                  <a:blip r:embed="rId14"/>
                  <a:stretch>
                    <a:fillRect l="-4762" r="-8333" b="-5263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C416FF25-12FE-FDB6-F0E5-46A7F266362E}"/>
              </a:ext>
            </a:extLst>
          </p:cNvPr>
          <p:cNvGrpSpPr/>
          <p:nvPr/>
        </p:nvGrpSpPr>
        <p:grpSpPr>
          <a:xfrm>
            <a:off x="1722522" y="1336862"/>
            <a:ext cx="804402" cy="513885"/>
            <a:chOff x="1503447" y="1409887"/>
            <a:chExt cx="804402" cy="513885"/>
          </a:xfrm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2D5339D6-C281-65D5-27C4-FA41B01AC478}"/>
                </a:ext>
              </a:extLst>
            </p:cNvPr>
            <p:cNvSpPr/>
            <p:nvPr/>
          </p:nvSpPr>
          <p:spPr>
            <a:xfrm>
              <a:off x="1503447" y="1409887"/>
              <a:ext cx="804402" cy="513885"/>
            </a:xfrm>
            <a:prstGeom prst="rect">
              <a:avLst/>
            </a:prstGeom>
            <a:solidFill>
              <a:schemeClr val="bg1">
                <a:lumMod val="85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33AED081-5C77-2BE6-FE83-5AF899DDF8A1}"/>
                    </a:ext>
                  </a:extLst>
                </p:cNvPr>
                <p:cNvSpPr txBox="1"/>
                <p:nvPr/>
              </p:nvSpPr>
              <p:spPr>
                <a:xfrm>
                  <a:off x="1508552" y="1447667"/>
                  <a:ext cx="794192" cy="43832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IN" sz="15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15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IN" sz="15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15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>
                              <a:rPr lang="en-IN" sz="15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  <m:sSub>
                          <m:sSubPr>
                            <m:ctrlPr>
                              <a:rPr lang="en-IN" sz="15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5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15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IN" sz="1500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33AED081-5C77-2BE6-FE83-5AF899DDF8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08552" y="1447667"/>
                  <a:ext cx="794192" cy="438325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BE3F9658-CD73-FC21-CF4D-E575FFFDE593}"/>
              </a:ext>
            </a:extLst>
          </p:cNvPr>
          <p:cNvGrpSpPr/>
          <p:nvPr/>
        </p:nvGrpSpPr>
        <p:grpSpPr>
          <a:xfrm>
            <a:off x="1885076" y="2249629"/>
            <a:ext cx="511366" cy="263474"/>
            <a:chOff x="7378657" y="2268677"/>
            <a:chExt cx="511366" cy="263474"/>
          </a:xfrm>
        </p:grpSpPr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C6A17AD9-5344-316F-1233-C72022AD97C9}"/>
                </a:ext>
              </a:extLst>
            </p:cNvPr>
            <p:cNvSpPr/>
            <p:nvPr/>
          </p:nvSpPr>
          <p:spPr>
            <a:xfrm>
              <a:off x="7378657" y="2268677"/>
              <a:ext cx="511366" cy="263474"/>
            </a:xfrm>
            <a:prstGeom prst="rect">
              <a:avLst/>
            </a:prstGeom>
            <a:solidFill>
              <a:schemeClr val="bg1">
                <a:lumMod val="85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A2857BE2-779F-7FF4-897A-18F959FC39C1}"/>
                    </a:ext>
                  </a:extLst>
                </p:cNvPr>
                <p:cNvSpPr txBox="1"/>
                <p:nvPr/>
              </p:nvSpPr>
              <p:spPr>
                <a:xfrm>
                  <a:off x="7379335" y="2284998"/>
                  <a:ext cx="510011" cy="2308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IN" sz="1500" b="0" i="1" smtClean="0">
                            <a:solidFill>
                              <a:srgbClr val="003A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IN" sz="1500" b="0" i="1" smtClean="0">
                            <a:solidFill>
                              <a:srgbClr val="003A00"/>
                            </a:solidFill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en-IN" sz="1500" dirty="0">
                    <a:solidFill>
                      <a:srgbClr val="003A00"/>
                    </a:solidFill>
                  </a:endParaRPr>
                </a:p>
              </p:txBody>
            </p:sp>
          </mc:Choice>
          <mc:Fallback xmlns=""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A2857BE2-779F-7FF4-897A-18F959FC39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79335" y="2284998"/>
                  <a:ext cx="510011" cy="230832"/>
                </a:xfrm>
                <a:prstGeom prst="rect">
                  <a:avLst/>
                </a:prstGeom>
                <a:blipFill>
                  <a:blip r:embed="rId16"/>
                  <a:stretch>
                    <a:fillRect l="-4762" r="-8333" b="-5263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5704911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997F0-7F14-CDCF-FD2F-648F61462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32457D13-BEE8-1887-791E-2827C76B246B}"/>
              </a:ext>
            </a:extLst>
          </p:cNvPr>
          <p:cNvCxnSpPr>
            <a:cxnSpLocks/>
          </p:cNvCxnSpPr>
          <p:nvPr/>
        </p:nvCxnSpPr>
        <p:spPr>
          <a:xfrm flipV="1">
            <a:off x="7222019" y="2305050"/>
            <a:ext cx="0" cy="2906307"/>
          </a:xfrm>
          <a:prstGeom prst="line">
            <a:avLst/>
          </a:prstGeom>
          <a:ln w="28575" cap="rnd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298FF6E3-41C7-15E5-38A9-1029B0680458}"/>
              </a:ext>
            </a:extLst>
          </p:cNvPr>
          <p:cNvCxnSpPr>
            <a:cxnSpLocks/>
          </p:cNvCxnSpPr>
          <p:nvPr/>
        </p:nvCxnSpPr>
        <p:spPr>
          <a:xfrm flipV="1">
            <a:off x="6279360" y="3567113"/>
            <a:ext cx="0" cy="1642210"/>
          </a:xfrm>
          <a:prstGeom prst="line">
            <a:avLst/>
          </a:prstGeom>
          <a:ln w="28575" cap="rnd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83AF625-2085-FB90-DA68-3377C1359653}"/>
              </a:ext>
            </a:extLst>
          </p:cNvPr>
          <p:cNvCxnSpPr>
            <a:cxnSpLocks/>
          </p:cNvCxnSpPr>
          <p:nvPr/>
        </p:nvCxnSpPr>
        <p:spPr>
          <a:xfrm flipV="1">
            <a:off x="5414956" y="2695266"/>
            <a:ext cx="0" cy="2514061"/>
          </a:xfrm>
          <a:prstGeom prst="line">
            <a:avLst/>
          </a:prstGeom>
          <a:ln w="28575" cap="rnd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B827653-54E8-36A8-FF52-F0493F107535}"/>
              </a:ext>
            </a:extLst>
          </p:cNvPr>
          <p:cNvCxnSpPr>
            <a:cxnSpLocks/>
          </p:cNvCxnSpPr>
          <p:nvPr/>
        </p:nvCxnSpPr>
        <p:spPr>
          <a:xfrm flipV="1">
            <a:off x="4541515" y="4074319"/>
            <a:ext cx="0" cy="1135010"/>
          </a:xfrm>
          <a:prstGeom prst="line">
            <a:avLst/>
          </a:prstGeom>
          <a:ln w="28575" cap="rnd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FA33458E-42F6-8995-025B-2E6ADDA6A2C5}"/>
              </a:ext>
            </a:extLst>
          </p:cNvPr>
          <p:cNvSpPr/>
          <p:nvPr/>
        </p:nvSpPr>
        <p:spPr>
          <a:xfrm>
            <a:off x="3167365" y="1805648"/>
            <a:ext cx="4256838" cy="2254867"/>
          </a:xfrm>
          <a:custGeom>
            <a:avLst/>
            <a:gdLst>
              <a:gd name="csX0" fmla="*/ 0 w 4086933"/>
              <a:gd name="csY0" fmla="*/ 0 h 2254867"/>
              <a:gd name="csX1" fmla="*/ 1311078 w 4086933"/>
              <a:gd name="csY1" fmla="*/ 2254856 h 2254867"/>
              <a:gd name="csX2" fmla="*/ 2153316 w 4086933"/>
              <a:gd name="csY2" fmla="*/ 885162 h 2254867"/>
              <a:gd name="csX3" fmla="*/ 3004690 w 4086933"/>
              <a:gd name="csY3" fmla="*/ 1741992 h 2254867"/>
              <a:gd name="csX4" fmla="*/ 4086933 w 4086933"/>
              <a:gd name="csY4" fmla="*/ 626106 h 22548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086933" h="2254867">
                <a:moveTo>
                  <a:pt x="0" y="0"/>
                </a:moveTo>
                <a:cubicBezTo>
                  <a:pt x="682613" y="5445"/>
                  <a:pt x="961337" y="2250204"/>
                  <a:pt x="1311078" y="2254856"/>
                </a:cubicBezTo>
                <a:cubicBezTo>
                  <a:pt x="1660819" y="2259508"/>
                  <a:pt x="1825321" y="884914"/>
                  <a:pt x="2153316" y="885162"/>
                </a:cubicBezTo>
                <a:cubicBezTo>
                  <a:pt x="2481311" y="885410"/>
                  <a:pt x="2677849" y="1747068"/>
                  <a:pt x="3004690" y="1741992"/>
                </a:cubicBezTo>
                <a:cubicBezTo>
                  <a:pt x="3331531" y="1736916"/>
                  <a:pt x="3672247" y="-64336"/>
                  <a:pt x="4086933" y="626106"/>
                </a:cubicBezTo>
              </a:path>
            </a:pathLst>
          </a:custGeom>
          <a:noFill/>
          <a:ln w="38100" cap="rnd">
            <a:solidFill>
              <a:schemeClr val="accent1">
                <a:lumMod val="75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D89CC12-A6E0-E05E-B45A-EFF12A118584}"/>
              </a:ext>
            </a:extLst>
          </p:cNvPr>
          <p:cNvCxnSpPr>
            <a:cxnSpLocks/>
          </p:cNvCxnSpPr>
          <p:nvPr/>
        </p:nvCxnSpPr>
        <p:spPr>
          <a:xfrm>
            <a:off x="3155934" y="5209329"/>
            <a:ext cx="4638237" cy="0"/>
          </a:xfrm>
          <a:prstGeom prst="line">
            <a:avLst/>
          </a:prstGeom>
          <a:ln w="28575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3FE4A84-C17D-D71F-FCC2-BCED4DD7E660}"/>
              </a:ext>
            </a:extLst>
          </p:cNvPr>
          <p:cNvCxnSpPr>
            <a:cxnSpLocks/>
          </p:cNvCxnSpPr>
          <p:nvPr/>
        </p:nvCxnSpPr>
        <p:spPr>
          <a:xfrm>
            <a:off x="3155934" y="892166"/>
            <a:ext cx="0" cy="4317163"/>
          </a:xfrm>
          <a:prstGeom prst="line">
            <a:avLst/>
          </a:prstGeom>
          <a:ln w="28575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8EE0450-4A1C-39F6-AE9A-7EAA7F49C36E}"/>
                  </a:ext>
                </a:extLst>
              </p:cNvPr>
              <p:cNvSpPr txBox="1"/>
              <p:nvPr/>
            </p:nvSpPr>
            <p:spPr>
              <a:xfrm>
                <a:off x="7608992" y="5319307"/>
                <a:ext cx="20172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8EE0450-4A1C-39F6-AE9A-7EAA7F49C3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8992" y="5319307"/>
                <a:ext cx="201722" cy="307777"/>
              </a:xfrm>
              <a:prstGeom prst="rect">
                <a:avLst/>
              </a:prstGeom>
              <a:blipFill>
                <a:blip r:embed="rId2"/>
                <a:stretch>
                  <a:fillRect l="-15152" r="-1515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F5C6DF2-625D-0E87-9FA5-98A198792D5A}"/>
                  </a:ext>
                </a:extLst>
              </p:cNvPr>
              <p:cNvSpPr txBox="1"/>
              <p:nvPr/>
            </p:nvSpPr>
            <p:spPr>
              <a:xfrm>
                <a:off x="2993165" y="5319308"/>
                <a:ext cx="338234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𝑂</m:t>
                      </m:r>
                    </m:oMath>
                  </m:oMathPara>
                </a14:m>
                <a:endParaRPr lang="en-US" sz="2000" i="1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F5C6DF2-625D-0E87-9FA5-98A198792D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3165" y="5319308"/>
                <a:ext cx="338234" cy="307777"/>
              </a:xfrm>
              <a:prstGeom prst="rect">
                <a:avLst/>
              </a:prstGeom>
              <a:blipFill>
                <a:blip r:embed="rId3"/>
                <a:stretch>
                  <a:fillRect l="-1818" r="-1818" b="-6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85FB603-46F5-5589-4BD1-E775CC7B0AF9}"/>
                  </a:ext>
                </a:extLst>
              </p:cNvPr>
              <p:cNvSpPr txBox="1"/>
              <p:nvPr/>
            </p:nvSpPr>
            <p:spPr>
              <a:xfrm>
                <a:off x="2415058" y="892166"/>
                <a:ext cx="594650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85FB603-46F5-5589-4BD1-E775CC7B0A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5058" y="892166"/>
                <a:ext cx="594650" cy="307777"/>
              </a:xfrm>
              <a:prstGeom prst="rect">
                <a:avLst/>
              </a:prstGeom>
              <a:blipFill>
                <a:blip r:embed="rId4"/>
                <a:stretch>
                  <a:fillRect l="-9184" t="-1961" r="-14286" b="-33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Oval 5">
            <a:extLst>
              <a:ext uri="{FF2B5EF4-FFF2-40B4-BE49-F238E27FC236}">
                <a16:creationId xmlns:a16="http://schemas.microsoft.com/office/drawing/2014/main" id="{F2F7F456-AAA0-9F49-6CA8-16893EA00227}"/>
              </a:ext>
            </a:extLst>
          </p:cNvPr>
          <p:cNvSpPr/>
          <p:nvPr/>
        </p:nvSpPr>
        <p:spPr>
          <a:xfrm>
            <a:off x="3106586" y="1758680"/>
            <a:ext cx="98696" cy="9869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6111B94-C7FF-694E-A8A4-2B02FCD041EE}"/>
              </a:ext>
            </a:extLst>
          </p:cNvPr>
          <p:cNvSpPr/>
          <p:nvPr/>
        </p:nvSpPr>
        <p:spPr>
          <a:xfrm>
            <a:off x="4492473" y="4013549"/>
            <a:ext cx="98696" cy="9869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C0D3AC6-B45F-A312-D626-D958C3374FE5}"/>
              </a:ext>
            </a:extLst>
          </p:cNvPr>
          <p:cNvSpPr/>
          <p:nvPr/>
        </p:nvSpPr>
        <p:spPr>
          <a:xfrm>
            <a:off x="5364452" y="2648299"/>
            <a:ext cx="98696" cy="9869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EB0BDA2-8853-0D92-0B81-48ED3D8BE7AF}"/>
              </a:ext>
            </a:extLst>
          </p:cNvPr>
          <p:cNvSpPr/>
          <p:nvPr/>
        </p:nvSpPr>
        <p:spPr>
          <a:xfrm>
            <a:off x="6230667" y="3498293"/>
            <a:ext cx="98696" cy="9869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A032505-6E17-7506-CFCC-754DE502D91C}"/>
              </a:ext>
            </a:extLst>
          </p:cNvPr>
          <p:cNvSpPr/>
          <p:nvPr/>
        </p:nvSpPr>
        <p:spPr>
          <a:xfrm>
            <a:off x="7174707" y="2229087"/>
            <a:ext cx="98696" cy="9869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60EBDAC-91F0-F2CF-BC5B-FDDAE6EF6811}"/>
                  </a:ext>
                </a:extLst>
              </p:cNvPr>
              <p:cNvSpPr txBox="1"/>
              <p:nvPr/>
            </p:nvSpPr>
            <p:spPr>
              <a:xfrm>
                <a:off x="3183960" y="1455010"/>
                <a:ext cx="22211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60EBDAC-91F0-F2CF-BC5B-FDDAE6EF68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3960" y="1455010"/>
                <a:ext cx="222112" cy="307777"/>
              </a:xfrm>
              <a:prstGeom prst="rect">
                <a:avLst/>
              </a:prstGeom>
              <a:blipFill>
                <a:blip r:embed="rId5"/>
                <a:stretch>
                  <a:fillRect l="-24324" r="-27027" b="-6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246CEE5-01E3-8E71-424E-9D2C356FE737}"/>
                  </a:ext>
                </a:extLst>
              </p:cNvPr>
              <p:cNvSpPr txBox="1"/>
              <p:nvPr/>
            </p:nvSpPr>
            <p:spPr>
              <a:xfrm>
                <a:off x="4427692" y="3694618"/>
                <a:ext cx="23288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246CEE5-01E3-8E71-424E-9D2C356FE7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7692" y="3694618"/>
                <a:ext cx="232884" cy="307777"/>
              </a:xfrm>
              <a:prstGeom prst="rect">
                <a:avLst/>
              </a:prstGeom>
              <a:blipFill>
                <a:blip r:embed="rId6"/>
                <a:stretch>
                  <a:fillRect l="-23077" r="-23077" b="-588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9147D8C-2E9E-DE9E-0590-76D8D4CF8085}"/>
                  </a:ext>
                </a:extLst>
              </p:cNvPr>
              <p:cNvSpPr txBox="1"/>
              <p:nvPr/>
            </p:nvSpPr>
            <p:spPr>
              <a:xfrm>
                <a:off x="5302120" y="2335760"/>
                <a:ext cx="22127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9147D8C-2E9E-DE9E-0590-76D8D4CF80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2120" y="2335760"/>
                <a:ext cx="221278" cy="307777"/>
              </a:xfrm>
              <a:prstGeom prst="rect">
                <a:avLst/>
              </a:prstGeom>
              <a:blipFill>
                <a:blip r:embed="rId7"/>
                <a:stretch>
                  <a:fillRect l="-27778" r="-22222" b="-588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00E323BD-306C-B8AC-C339-39F27267F3E8}"/>
                  </a:ext>
                </a:extLst>
              </p:cNvPr>
              <p:cNvSpPr txBox="1"/>
              <p:nvPr/>
            </p:nvSpPr>
            <p:spPr>
              <a:xfrm>
                <a:off x="6159717" y="3186476"/>
                <a:ext cx="243143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00E323BD-306C-B8AC-C339-39F27267F3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9717" y="3186476"/>
                <a:ext cx="243143" cy="307777"/>
              </a:xfrm>
              <a:prstGeom prst="rect">
                <a:avLst/>
              </a:prstGeom>
              <a:blipFill>
                <a:blip r:embed="rId8"/>
                <a:stretch>
                  <a:fillRect l="-22500" r="-22500" b="-6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F072301-249C-42F0-41DB-5000CFBE0E40}"/>
                  </a:ext>
                </a:extLst>
              </p:cNvPr>
              <p:cNvSpPr txBox="1"/>
              <p:nvPr/>
            </p:nvSpPr>
            <p:spPr>
              <a:xfrm>
                <a:off x="7109626" y="1917596"/>
                <a:ext cx="228011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F072301-249C-42F0-41DB-5000CFBE0E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9626" y="1917596"/>
                <a:ext cx="228011" cy="307777"/>
              </a:xfrm>
              <a:prstGeom prst="rect">
                <a:avLst/>
              </a:prstGeom>
              <a:blipFill>
                <a:blip r:embed="rId9"/>
                <a:stretch>
                  <a:fillRect l="-23684" r="-21053" b="-6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0327905-90DA-B938-3052-8A8CE4D9260A}"/>
                  </a:ext>
                </a:extLst>
              </p:cNvPr>
              <p:cNvSpPr txBox="1"/>
              <p:nvPr/>
            </p:nvSpPr>
            <p:spPr>
              <a:xfrm>
                <a:off x="3505200" y="3095625"/>
                <a:ext cx="519758" cy="35060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IN" sz="1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20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IN" sz="12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num>
                        <m:den>
                          <m:r>
                            <a:rPr lang="en-IN" sz="120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IN" sz="1200" b="0" i="1" smtClean="0">
                          <a:latin typeface="Cambria Math" panose="02040503050406030204" pitchFamily="18" charset="0"/>
                        </a:rPr>
                        <m:t>&lt;0</m:t>
                      </m:r>
                    </m:oMath>
                  </m:oMathPara>
                </a14:m>
                <a:endParaRPr lang="en-IN" sz="1200" dirty="0"/>
              </a:p>
            </p:txBody>
          </p:sp>
        </mc:Choice>
        <mc:Fallback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0327905-90DA-B938-3052-8A8CE4D926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5200" y="3095625"/>
                <a:ext cx="519758" cy="350609"/>
              </a:xfrm>
              <a:prstGeom prst="rect">
                <a:avLst/>
              </a:prstGeom>
              <a:blipFill>
                <a:blip r:embed="rId10"/>
                <a:stretch>
                  <a:fillRect l="-7059" t="-3509" r="-7059" b="-1578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DB97FE80-2220-EB38-048C-32E8C0275257}"/>
                  </a:ext>
                </a:extLst>
              </p:cNvPr>
              <p:cNvSpPr txBox="1"/>
              <p:nvPr/>
            </p:nvSpPr>
            <p:spPr>
              <a:xfrm>
                <a:off x="4629150" y="2667000"/>
                <a:ext cx="519758" cy="35060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IN" sz="1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20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IN" sz="12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num>
                        <m:den>
                          <m:r>
                            <a:rPr lang="en-IN" sz="120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IN" sz="1200" b="0" i="1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IN" sz="12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IN" sz="1200" dirty="0"/>
              </a:p>
            </p:txBody>
          </p:sp>
        </mc:Choice>
        <mc:Fallback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DB97FE80-2220-EB38-048C-32E8C02752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9150" y="2667000"/>
                <a:ext cx="519758" cy="350609"/>
              </a:xfrm>
              <a:prstGeom prst="rect">
                <a:avLst/>
              </a:prstGeom>
              <a:blipFill>
                <a:blip r:embed="rId11"/>
                <a:stretch>
                  <a:fillRect l="-6977" t="-3509" r="-5814" b="-1578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DF798538-D55A-5790-DA4D-2492BC503E41}"/>
                  </a:ext>
                </a:extLst>
              </p:cNvPr>
              <p:cNvSpPr txBox="1"/>
              <p:nvPr/>
            </p:nvSpPr>
            <p:spPr>
              <a:xfrm>
                <a:off x="6351183" y="2314575"/>
                <a:ext cx="519758" cy="35060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IN" sz="1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20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IN" sz="12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num>
                        <m:den>
                          <m:r>
                            <a:rPr lang="en-IN" sz="120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IN" sz="1200" b="0" i="1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IN" sz="12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IN" sz="1200" dirty="0"/>
              </a:p>
            </p:txBody>
          </p:sp>
        </mc:Choice>
        <mc:Fallback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DF798538-D55A-5790-DA4D-2492BC503E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1183" y="2314575"/>
                <a:ext cx="519758" cy="350609"/>
              </a:xfrm>
              <a:prstGeom prst="rect">
                <a:avLst/>
              </a:prstGeom>
              <a:blipFill>
                <a:blip r:embed="rId12"/>
                <a:stretch>
                  <a:fillRect l="-8235" t="-3509" r="-7059" b="-1578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CE2B5EED-7849-78DC-8A8C-49F156B44627}"/>
                  </a:ext>
                </a:extLst>
              </p:cNvPr>
              <p:cNvSpPr txBox="1"/>
              <p:nvPr/>
            </p:nvSpPr>
            <p:spPr>
              <a:xfrm>
                <a:off x="5584063" y="3389084"/>
                <a:ext cx="519758" cy="35060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IN" sz="1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20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IN" sz="12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num>
                        <m:den>
                          <m:r>
                            <a:rPr lang="en-IN" sz="120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IN" sz="1200" b="0" i="1" smtClean="0">
                          <a:latin typeface="Cambria Math" panose="02040503050406030204" pitchFamily="18" charset="0"/>
                        </a:rPr>
                        <m:t>&lt;0</m:t>
                      </m:r>
                    </m:oMath>
                  </m:oMathPara>
                </a14:m>
                <a:endParaRPr lang="en-IN" sz="1200" dirty="0"/>
              </a:p>
            </p:txBody>
          </p:sp>
        </mc:Choice>
        <mc:Fallback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CE2B5EED-7849-78DC-8A8C-49F156B446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4063" y="3389084"/>
                <a:ext cx="519758" cy="350609"/>
              </a:xfrm>
              <a:prstGeom prst="rect">
                <a:avLst/>
              </a:prstGeom>
              <a:blipFill>
                <a:blip r:embed="rId10"/>
                <a:stretch>
                  <a:fillRect l="-7059" t="-3509" r="-7059" b="-1578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423E56BB-B570-ED74-F18F-F5AE8564A37C}"/>
              </a:ext>
            </a:extLst>
          </p:cNvPr>
          <p:cNvCxnSpPr>
            <a:cxnSpLocks/>
          </p:cNvCxnSpPr>
          <p:nvPr/>
        </p:nvCxnSpPr>
        <p:spPr>
          <a:xfrm>
            <a:off x="3505200" y="4739694"/>
            <a:ext cx="781050" cy="0"/>
          </a:xfrm>
          <a:prstGeom prst="straightConnector1">
            <a:avLst/>
          </a:prstGeom>
          <a:ln w="28575" cap="rnd">
            <a:solidFill>
              <a:srgbClr val="003A00"/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4133C77F-7E28-BA67-485C-E3B1454CF738}"/>
              </a:ext>
            </a:extLst>
          </p:cNvPr>
          <p:cNvCxnSpPr>
            <a:cxnSpLocks/>
          </p:cNvCxnSpPr>
          <p:nvPr/>
        </p:nvCxnSpPr>
        <p:spPr>
          <a:xfrm flipH="1">
            <a:off x="4660576" y="4739694"/>
            <a:ext cx="584084" cy="0"/>
          </a:xfrm>
          <a:prstGeom prst="straightConnector1">
            <a:avLst/>
          </a:prstGeom>
          <a:ln w="28575" cap="rnd">
            <a:solidFill>
              <a:srgbClr val="003A00"/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35BD1271-645E-3482-6632-59C99BD7B60A}"/>
              </a:ext>
            </a:extLst>
          </p:cNvPr>
          <p:cNvCxnSpPr>
            <a:cxnSpLocks/>
          </p:cNvCxnSpPr>
          <p:nvPr/>
        </p:nvCxnSpPr>
        <p:spPr>
          <a:xfrm>
            <a:off x="5554206" y="4739694"/>
            <a:ext cx="605511" cy="0"/>
          </a:xfrm>
          <a:prstGeom prst="straightConnector1">
            <a:avLst/>
          </a:prstGeom>
          <a:ln w="28575" cap="rnd">
            <a:solidFill>
              <a:srgbClr val="003A00"/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6D37049D-30AE-163E-A114-001AE1211DC9}"/>
              </a:ext>
            </a:extLst>
          </p:cNvPr>
          <p:cNvCxnSpPr>
            <a:cxnSpLocks/>
          </p:cNvCxnSpPr>
          <p:nvPr/>
        </p:nvCxnSpPr>
        <p:spPr>
          <a:xfrm flipH="1">
            <a:off x="6402860" y="4739694"/>
            <a:ext cx="706766" cy="0"/>
          </a:xfrm>
          <a:prstGeom prst="straightConnector1">
            <a:avLst/>
          </a:prstGeom>
          <a:ln w="28575" cap="rnd">
            <a:solidFill>
              <a:srgbClr val="003A00"/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E701D75F-E8F7-1F18-07E5-82317C19F22C}"/>
                  </a:ext>
                </a:extLst>
              </p:cNvPr>
              <p:cNvSpPr txBox="1"/>
              <p:nvPr/>
            </p:nvSpPr>
            <p:spPr>
              <a:xfrm>
                <a:off x="3649657" y="4411359"/>
                <a:ext cx="42178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IN" sz="12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IN" sz="1200" b="0" i="1" smtClean="0">
                          <a:latin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en-IN" sz="1200" dirty="0"/>
              </a:p>
            </p:txBody>
          </p:sp>
        </mc:Choice>
        <mc:Fallback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E701D75F-E8F7-1F18-07E5-82317C19F2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9657" y="4411359"/>
                <a:ext cx="421782" cy="184666"/>
              </a:xfrm>
              <a:prstGeom prst="rect">
                <a:avLst/>
              </a:prstGeom>
              <a:blipFill>
                <a:blip r:embed="rId13"/>
                <a:stretch>
                  <a:fillRect l="-8696" r="-8696" b="-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7B5885EE-0BC4-8478-6A01-620C12047AA2}"/>
                  </a:ext>
                </a:extLst>
              </p:cNvPr>
              <p:cNvSpPr txBox="1"/>
              <p:nvPr/>
            </p:nvSpPr>
            <p:spPr>
              <a:xfrm>
                <a:off x="4777765" y="4411359"/>
                <a:ext cx="42178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IN" sz="12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IN" sz="1200" b="0" i="1" smtClean="0">
                          <a:latin typeface="Cambria Math" panose="02040503050406030204" pitchFamily="18" charset="0"/>
                        </a:rPr>
                        <m:t>&lt;0</m:t>
                      </m:r>
                    </m:oMath>
                  </m:oMathPara>
                </a14:m>
                <a:endParaRPr lang="en-IN" sz="1200" dirty="0"/>
              </a:p>
            </p:txBody>
          </p:sp>
        </mc:Choice>
        <mc:Fallback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7B5885EE-0BC4-8478-6A01-620C12047A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7765" y="4411359"/>
                <a:ext cx="421782" cy="184666"/>
              </a:xfrm>
              <a:prstGeom prst="rect">
                <a:avLst/>
              </a:prstGeom>
              <a:blipFill>
                <a:blip r:embed="rId14"/>
                <a:stretch>
                  <a:fillRect l="-8696" r="-8696" b="-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87A0725F-0125-2873-DDF5-C80787FD39FD}"/>
                  </a:ext>
                </a:extLst>
              </p:cNvPr>
              <p:cNvSpPr txBox="1"/>
              <p:nvPr/>
            </p:nvSpPr>
            <p:spPr>
              <a:xfrm>
                <a:off x="5630366" y="4411359"/>
                <a:ext cx="42178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IN" sz="12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IN" sz="1200" b="0" i="1" smtClean="0">
                          <a:latin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en-IN" sz="1200" dirty="0"/>
              </a:p>
            </p:txBody>
          </p:sp>
        </mc:Choice>
        <mc:Fallback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87A0725F-0125-2873-DDF5-C80787FD39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0366" y="4411359"/>
                <a:ext cx="421782" cy="184666"/>
              </a:xfrm>
              <a:prstGeom prst="rect">
                <a:avLst/>
              </a:prstGeom>
              <a:blipFill>
                <a:blip r:embed="rId13"/>
                <a:stretch>
                  <a:fillRect l="-8696" r="-8696" b="-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047DC9DD-F66C-68D5-50D8-1E347C82C95B}"/>
                  </a:ext>
                </a:extLst>
              </p:cNvPr>
              <p:cNvSpPr txBox="1"/>
              <p:nvPr/>
            </p:nvSpPr>
            <p:spPr>
              <a:xfrm>
                <a:off x="6573024" y="4411359"/>
                <a:ext cx="42178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IN" sz="12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IN" sz="1200" b="0" i="1" smtClean="0">
                          <a:latin typeface="Cambria Math" panose="02040503050406030204" pitchFamily="18" charset="0"/>
                        </a:rPr>
                        <m:t>&lt;0</m:t>
                      </m:r>
                    </m:oMath>
                  </m:oMathPara>
                </a14:m>
                <a:endParaRPr lang="en-IN" sz="1200" dirty="0"/>
              </a:p>
            </p:txBody>
          </p:sp>
        </mc:Choice>
        <mc:Fallback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047DC9DD-F66C-68D5-50D8-1E347C82C9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3024" y="4411359"/>
                <a:ext cx="421782" cy="184666"/>
              </a:xfrm>
              <a:prstGeom prst="rect">
                <a:avLst/>
              </a:prstGeom>
              <a:blipFill>
                <a:blip r:embed="rId14"/>
                <a:stretch>
                  <a:fillRect l="-8696" r="-8696" b="-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884515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1C22C-1130-C3BB-303B-81B50F97E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5DCEC93-AA6C-05AA-B54F-4BDD4DBAF8A6}"/>
              </a:ext>
            </a:extLst>
          </p:cNvPr>
          <p:cNvCxnSpPr>
            <a:cxnSpLocks/>
          </p:cNvCxnSpPr>
          <p:nvPr/>
        </p:nvCxnSpPr>
        <p:spPr>
          <a:xfrm flipV="1">
            <a:off x="8800310" y="3446234"/>
            <a:ext cx="0" cy="1813889"/>
          </a:xfrm>
          <a:prstGeom prst="line">
            <a:avLst/>
          </a:prstGeom>
          <a:ln w="28575" cap="rnd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51C4CDE-9A41-2D65-FC7C-FBA74C7878AD}"/>
              </a:ext>
            </a:extLst>
          </p:cNvPr>
          <p:cNvCxnSpPr>
            <a:cxnSpLocks/>
          </p:cNvCxnSpPr>
          <p:nvPr/>
        </p:nvCxnSpPr>
        <p:spPr>
          <a:xfrm flipV="1">
            <a:off x="7289010" y="3446234"/>
            <a:ext cx="0" cy="1813889"/>
          </a:xfrm>
          <a:prstGeom prst="line">
            <a:avLst/>
          </a:prstGeom>
          <a:ln w="28575" cap="rnd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64FD253-7DD1-8597-CFA3-BBFC1074B5DE}"/>
              </a:ext>
            </a:extLst>
          </p:cNvPr>
          <p:cNvCxnSpPr>
            <a:cxnSpLocks/>
          </p:cNvCxnSpPr>
          <p:nvPr/>
        </p:nvCxnSpPr>
        <p:spPr>
          <a:xfrm flipV="1">
            <a:off x="6029325" y="1912144"/>
            <a:ext cx="0" cy="3347190"/>
          </a:xfrm>
          <a:prstGeom prst="line">
            <a:avLst/>
          </a:prstGeom>
          <a:ln w="28575" cap="rnd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47162D5-BD77-3FFB-4BEF-758E06DD534B}"/>
              </a:ext>
            </a:extLst>
          </p:cNvPr>
          <p:cNvCxnSpPr>
            <a:cxnSpLocks/>
          </p:cNvCxnSpPr>
          <p:nvPr/>
        </p:nvCxnSpPr>
        <p:spPr>
          <a:xfrm flipV="1">
            <a:off x="4318470" y="4051300"/>
            <a:ext cx="0" cy="1204119"/>
          </a:xfrm>
          <a:prstGeom prst="line">
            <a:avLst/>
          </a:prstGeom>
          <a:ln w="28575" cap="rnd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057D8950-4A3E-7A88-E7A0-5D5E23C4028D}"/>
              </a:ext>
            </a:extLst>
          </p:cNvPr>
          <p:cNvSpPr/>
          <p:nvPr/>
        </p:nvSpPr>
        <p:spPr>
          <a:xfrm>
            <a:off x="3167364" y="1873704"/>
            <a:ext cx="6202027" cy="2180309"/>
          </a:xfrm>
          <a:custGeom>
            <a:avLst/>
            <a:gdLst>
              <a:gd name="csX0" fmla="*/ 0 w 4086933"/>
              <a:gd name="csY0" fmla="*/ 547891 h 2180309"/>
              <a:gd name="csX1" fmla="*/ 796392 w 4086933"/>
              <a:gd name="csY1" fmla="*/ 2174097 h 2180309"/>
              <a:gd name="csX2" fmla="*/ 1856221 w 4086933"/>
              <a:gd name="csY2" fmla="*/ 4303 h 2180309"/>
              <a:gd name="csX3" fmla="*/ 2738455 w 4086933"/>
              <a:gd name="csY3" fmla="*/ 1574714 h 2180309"/>
              <a:gd name="csX4" fmla="*/ 3692049 w 4086933"/>
              <a:gd name="csY4" fmla="*/ 1575932 h 2180309"/>
              <a:gd name="csX5" fmla="*/ 4086933 w 4086933"/>
              <a:gd name="csY5" fmla="*/ 558047 h 218030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4086933" h="2180309">
                <a:moveTo>
                  <a:pt x="0" y="547891"/>
                </a:moveTo>
                <a:cubicBezTo>
                  <a:pt x="347858" y="1347086"/>
                  <a:pt x="487022" y="2264695"/>
                  <a:pt x="796392" y="2174097"/>
                </a:cubicBezTo>
                <a:cubicBezTo>
                  <a:pt x="1105762" y="2083499"/>
                  <a:pt x="1532544" y="104200"/>
                  <a:pt x="1856221" y="4303"/>
                </a:cubicBezTo>
                <a:cubicBezTo>
                  <a:pt x="2179898" y="-95594"/>
                  <a:pt x="2407377" y="1577094"/>
                  <a:pt x="2738455" y="1574714"/>
                </a:cubicBezTo>
                <a:lnTo>
                  <a:pt x="3692049" y="1575932"/>
                </a:lnTo>
                <a:cubicBezTo>
                  <a:pt x="3959163" y="1575557"/>
                  <a:pt x="4057646" y="717111"/>
                  <a:pt x="4086933" y="558047"/>
                </a:cubicBezTo>
              </a:path>
            </a:pathLst>
          </a:custGeom>
          <a:noFill/>
          <a:ln w="38100" cap="rnd">
            <a:solidFill>
              <a:schemeClr val="accent1">
                <a:lumMod val="75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6D6E11-84A0-2E13-EE8B-E543DC96237D}"/>
              </a:ext>
            </a:extLst>
          </p:cNvPr>
          <p:cNvCxnSpPr>
            <a:cxnSpLocks/>
          </p:cNvCxnSpPr>
          <p:nvPr/>
        </p:nvCxnSpPr>
        <p:spPr>
          <a:xfrm>
            <a:off x="6940550" y="3448615"/>
            <a:ext cx="2168525" cy="0"/>
          </a:xfrm>
          <a:prstGeom prst="line">
            <a:avLst/>
          </a:prstGeom>
          <a:ln w="19050" cap="rnd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41BF1A6-B7D4-BEB0-3AE2-35A969408483}"/>
              </a:ext>
            </a:extLst>
          </p:cNvPr>
          <p:cNvCxnSpPr>
            <a:cxnSpLocks/>
          </p:cNvCxnSpPr>
          <p:nvPr/>
        </p:nvCxnSpPr>
        <p:spPr>
          <a:xfrm>
            <a:off x="3155934" y="5209329"/>
            <a:ext cx="6312157" cy="0"/>
          </a:xfrm>
          <a:prstGeom prst="line">
            <a:avLst/>
          </a:prstGeom>
          <a:ln w="28575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B018765-A5CB-A187-EA3B-C77044EC95B3}"/>
              </a:ext>
            </a:extLst>
          </p:cNvPr>
          <p:cNvCxnSpPr>
            <a:cxnSpLocks/>
          </p:cNvCxnSpPr>
          <p:nvPr/>
        </p:nvCxnSpPr>
        <p:spPr>
          <a:xfrm>
            <a:off x="3155934" y="892166"/>
            <a:ext cx="0" cy="4317163"/>
          </a:xfrm>
          <a:prstGeom prst="line">
            <a:avLst/>
          </a:prstGeom>
          <a:ln w="28575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595A209-6785-6D0B-F55A-5865077BDA77}"/>
                  </a:ext>
                </a:extLst>
              </p:cNvPr>
              <p:cNvSpPr txBox="1"/>
              <p:nvPr/>
            </p:nvSpPr>
            <p:spPr>
              <a:xfrm>
                <a:off x="9322049" y="5249857"/>
                <a:ext cx="20172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595A209-6785-6D0B-F55A-5865077BDA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2049" y="5249857"/>
                <a:ext cx="201722" cy="307777"/>
              </a:xfrm>
              <a:prstGeom prst="rect">
                <a:avLst/>
              </a:prstGeom>
              <a:blipFill>
                <a:blip r:embed="rId2"/>
                <a:stretch>
                  <a:fillRect l="-15152" r="-1515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5F88964-C745-22E7-A290-C6D886253DEF}"/>
                  </a:ext>
                </a:extLst>
              </p:cNvPr>
              <p:cNvSpPr txBox="1"/>
              <p:nvPr/>
            </p:nvSpPr>
            <p:spPr>
              <a:xfrm>
                <a:off x="2993165" y="5273008"/>
                <a:ext cx="338234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𝑂</m:t>
                      </m:r>
                    </m:oMath>
                  </m:oMathPara>
                </a14:m>
                <a:endParaRPr lang="en-US" sz="2000" i="1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5F88964-C745-22E7-A290-C6D886253D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3165" y="5273008"/>
                <a:ext cx="338234" cy="307777"/>
              </a:xfrm>
              <a:prstGeom prst="rect">
                <a:avLst/>
              </a:prstGeom>
              <a:blipFill>
                <a:blip r:embed="rId3"/>
                <a:stretch>
                  <a:fillRect l="-1818" r="-1818" b="-6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2E9804D-3CE0-528D-1CF0-780300B208F9}"/>
                  </a:ext>
                </a:extLst>
              </p:cNvPr>
              <p:cNvSpPr txBox="1"/>
              <p:nvPr/>
            </p:nvSpPr>
            <p:spPr>
              <a:xfrm>
                <a:off x="2415058" y="892166"/>
                <a:ext cx="594650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2E9804D-3CE0-528D-1CF0-780300B208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5058" y="892166"/>
                <a:ext cx="594650" cy="307777"/>
              </a:xfrm>
              <a:prstGeom prst="rect">
                <a:avLst/>
              </a:prstGeom>
              <a:blipFill>
                <a:blip r:embed="rId4"/>
                <a:stretch>
                  <a:fillRect l="-9184" t="-1961" r="-14286" b="-33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Oval 10">
            <a:extLst>
              <a:ext uri="{FF2B5EF4-FFF2-40B4-BE49-F238E27FC236}">
                <a16:creationId xmlns:a16="http://schemas.microsoft.com/office/drawing/2014/main" id="{F82D35FB-1FE7-A21E-8C63-B4271647498F}"/>
              </a:ext>
            </a:extLst>
          </p:cNvPr>
          <p:cNvSpPr/>
          <p:nvPr/>
        </p:nvSpPr>
        <p:spPr>
          <a:xfrm>
            <a:off x="7241555" y="3399365"/>
            <a:ext cx="98696" cy="9869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C923118-858A-0279-F1C7-717114F5FD1A}"/>
              </a:ext>
            </a:extLst>
          </p:cNvPr>
          <p:cNvSpPr/>
          <p:nvPr/>
        </p:nvSpPr>
        <p:spPr>
          <a:xfrm>
            <a:off x="8752192" y="3400757"/>
            <a:ext cx="98696" cy="9869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77A99FA-8248-898C-C1FF-71DA07AC5990}"/>
                  </a:ext>
                </a:extLst>
              </p:cNvPr>
              <p:cNvSpPr txBox="1"/>
              <p:nvPr/>
            </p:nvSpPr>
            <p:spPr>
              <a:xfrm>
                <a:off x="4212229" y="3700355"/>
                <a:ext cx="22211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77A99FA-8248-898C-C1FF-71DA07AC59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2229" y="3700355"/>
                <a:ext cx="222112" cy="307777"/>
              </a:xfrm>
              <a:prstGeom prst="rect">
                <a:avLst/>
              </a:prstGeom>
              <a:blipFill>
                <a:blip r:embed="rId5"/>
                <a:stretch>
                  <a:fillRect l="-27778" r="-27778" b="-588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C47F1AC-DE0F-ED8C-6132-0A224DF146C2}"/>
                  </a:ext>
                </a:extLst>
              </p:cNvPr>
              <p:cNvSpPr txBox="1"/>
              <p:nvPr/>
            </p:nvSpPr>
            <p:spPr>
              <a:xfrm>
                <a:off x="5914928" y="1514246"/>
                <a:ext cx="23288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C47F1AC-DE0F-ED8C-6132-0A224DF146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4928" y="1514246"/>
                <a:ext cx="232884" cy="307777"/>
              </a:xfrm>
              <a:prstGeom prst="rect">
                <a:avLst/>
              </a:prstGeom>
              <a:blipFill>
                <a:blip r:embed="rId6"/>
                <a:stretch>
                  <a:fillRect l="-23684" r="-26316" b="-588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D265156-05D1-668C-7B65-D8F2296B352F}"/>
                  </a:ext>
                </a:extLst>
              </p:cNvPr>
              <p:cNvSpPr txBox="1"/>
              <p:nvPr/>
            </p:nvSpPr>
            <p:spPr>
              <a:xfrm>
                <a:off x="7179223" y="3086826"/>
                <a:ext cx="22127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D265156-05D1-668C-7B65-D8F2296B35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9223" y="3086826"/>
                <a:ext cx="221278" cy="307777"/>
              </a:xfrm>
              <a:prstGeom prst="rect">
                <a:avLst/>
              </a:prstGeom>
              <a:blipFill>
                <a:blip r:embed="rId7"/>
                <a:stretch>
                  <a:fillRect l="-27778" r="-22222" b="-588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9DE17EA-A31F-B27F-FFA3-C10DC85763FA}"/>
                  </a:ext>
                </a:extLst>
              </p:cNvPr>
              <p:cNvSpPr txBox="1"/>
              <p:nvPr/>
            </p:nvSpPr>
            <p:spPr>
              <a:xfrm>
                <a:off x="8681242" y="3088940"/>
                <a:ext cx="243143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9DE17EA-A31F-B27F-FFA3-C10DC85763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1242" y="3088940"/>
                <a:ext cx="243143" cy="307777"/>
              </a:xfrm>
              <a:prstGeom prst="rect">
                <a:avLst/>
              </a:prstGeom>
              <a:blipFill>
                <a:blip r:embed="rId8"/>
                <a:stretch>
                  <a:fillRect l="-22500" r="-22500" b="-6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EB142BA3-48F6-7BFF-3CEC-E2C49175E817}"/>
                  </a:ext>
                </a:extLst>
              </p:cNvPr>
              <p:cNvSpPr txBox="1"/>
              <p:nvPr/>
            </p:nvSpPr>
            <p:spPr>
              <a:xfrm>
                <a:off x="4835785" y="3631022"/>
                <a:ext cx="519758" cy="35060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IN" sz="1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20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IN" sz="12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num>
                        <m:den>
                          <m:r>
                            <a:rPr lang="en-IN" sz="120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IN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12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IN" sz="1200" dirty="0"/>
              </a:p>
            </p:txBody>
          </p:sp>
        </mc:Choice>
        <mc:Fallback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EB142BA3-48F6-7BFF-3CEC-E2C49175E8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5785" y="3631022"/>
                <a:ext cx="519758" cy="350609"/>
              </a:xfrm>
              <a:prstGeom prst="rect">
                <a:avLst/>
              </a:prstGeom>
              <a:blipFill>
                <a:blip r:embed="rId9"/>
                <a:stretch>
                  <a:fillRect l="-6977" t="-3509" r="-5814" b="-1578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229F6B6C-09D3-98EA-2F7B-8ECA6E4CAAD0}"/>
                  </a:ext>
                </a:extLst>
              </p:cNvPr>
              <p:cNvSpPr txBox="1"/>
              <p:nvPr/>
            </p:nvSpPr>
            <p:spPr>
              <a:xfrm>
                <a:off x="4122274" y="3538689"/>
                <a:ext cx="42178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IN" sz="12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IN" sz="12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IN" sz="1200" dirty="0"/>
              </a:p>
            </p:txBody>
          </p:sp>
        </mc:Choice>
        <mc:Fallback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229F6B6C-09D3-98EA-2F7B-8ECA6E4CAA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2274" y="3538689"/>
                <a:ext cx="421782" cy="184666"/>
              </a:xfrm>
              <a:prstGeom prst="rect">
                <a:avLst/>
              </a:prstGeom>
              <a:blipFill>
                <a:blip r:embed="rId10"/>
                <a:stretch>
                  <a:fillRect l="-8696" r="-8696" b="-322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87B6332-E5F0-E1DD-2B54-DD66B153515D}"/>
              </a:ext>
            </a:extLst>
          </p:cNvPr>
          <p:cNvCxnSpPr>
            <a:cxnSpLocks/>
          </p:cNvCxnSpPr>
          <p:nvPr/>
        </p:nvCxnSpPr>
        <p:spPr>
          <a:xfrm>
            <a:off x="3838576" y="4052803"/>
            <a:ext cx="950119" cy="0"/>
          </a:xfrm>
          <a:prstGeom prst="line">
            <a:avLst/>
          </a:prstGeom>
          <a:ln w="19050" cap="rnd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02DFDBB0-1774-E098-8FDB-82EF9717B03E}"/>
              </a:ext>
            </a:extLst>
          </p:cNvPr>
          <p:cNvSpPr/>
          <p:nvPr/>
        </p:nvSpPr>
        <p:spPr>
          <a:xfrm>
            <a:off x="4271380" y="4004025"/>
            <a:ext cx="98696" cy="9869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9E12FFF0-53F4-82FA-57DE-E1987848CE0B}"/>
              </a:ext>
            </a:extLst>
          </p:cNvPr>
          <p:cNvCxnSpPr>
            <a:cxnSpLocks/>
          </p:cNvCxnSpPr>
          <p:nvPr/>
        </p:nvCxnSpPr>
        <p:spPr>
          <a:xfrm>
            <a:off x="5559418" y="1882349"/>
            <a:ext cx="950119" cy="0"/>
          </a:xfrm>
          <a:prstGeom prst="line">
            <a:avLst/>
          </a:prstGeom>
          <a:ln w="19050" cap="rnd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18488F8A-3D2E-0F90-B50A-E20B24E76B22}"/>
              </a:ext>
            </a:extLst>
          </p:cNvPr>
          <p:cNvSpPr/>
          <p:nvPr/>
        </p:nvSpPr>
        <p:spPr>
          <a:xfrm>
            <a:off x="5979709" y="1833177"/>
            <a:ext cx="98696" cy="9869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666A31CD-708B-1A3F-8D0A-5A56B76C36FD}"/>
                  </a:ext>
                </a:extLst>
              </p:cNvPr>
              <p:cNvSpPr txBox="1"/>
              <p:nvPr/>
            </p:nvSpPr>
            <p:spPr>
              <a:xfrm>
                <a:off x="5818166" y="1325524"/>
                <a:ext cx="42178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IN" sz="12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IN" sz="12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IN" sz="1200" dirty="0"/>
              </a:p>
            </p:txBody>
          </p:sp>
        </mc:Choice>
        <mc:Fallback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666A31CD-708B-1A3F-8D0A-5A56B76C36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8166" y="1325524"/>
                <a:ext cx="421782" cy="184666"/>
              </a:xfrm>
              <a:prstGeom prst="rect">
                <a:avLst/>
              </a:prstGeom>
              <a:blipFill>
                <a:blip r:embed="rId11"/>
                <a:stretch>
                  <a:fillRect l="-8571" r="-7143" b="-322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C4774125-9E1E-E93A-1B6B-D4AF3D05798D}"/>
                  </a:ext>
                </a:extLst>
              </p:cNvPr>
              <p:cNvSpPr txBox="1"/>
              <p:nvPr/>
            </p:nvSpPr>
            <p:spPr>
              <a:xfrm>
                <a:off x="7850384" y="3167081"/>
                <a:ext cx="42178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IN" sz="12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IN" sz="12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IN" sz="1200" dirty="0"/>
              </a:p>
            </p:txBody>
          </p:sp>
        </mc:Choice>
        <mc:Fallback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C4774125-9E1E-E93A-1B6B-D4AF3D0579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0384" y="3167081"/>
                <a:ext cx="421782" cy="184666"/>
              </a:xfrm>
              <a:prstGeom prst="rect">
                <a:avLst/>
              </a:prstGeom>
              <a:blipFill>
                <a:blip r:embed="rId11"/>
                <a:stretch>
                  <a:fillRect l="-8696" r="-8696" b="-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C5C4727A-176A-AA0E-8A25-648AFC8F0ABD}"/>
                  </a:ext>
                </a:extLst>
              </p:cNvPr>
              <p:cNvSpPr txBox="1"/>
              <p:nvPr/>
            </p:nvSpPr>
            <p:spPr>
              <a:xfrm>
                <a:off x="4156348" y="5273008"/>
                <a:ext cx="314573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C5C4727A-176A-AA0E-8A25-648AFC8F0A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6348" y="5273008"/>
                <a:ext cx="314573" cy="307777"/>
              </a:xfrm>
              <a:prstGeom prst="rect">
                <a:avLst/>
              </a:prstGeom>
              <a:blipFill>
                <a:blip r:embed="rId12"/>
                <a:stretch>
                  <a:fillRect l="-11765" r="-7843" b="-16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C015B5B3-1501-06E3-EB32-E1E153E5E3F7}"/>
                  </a:ext>
                </a:extLst>
              </p:cNvPr>
              <p:cNvSpPr txBox="1"/>
              <p:nvPr/>
            </p:nvSpPr>
            <p:spPr>
              <a:xfrm>
                <a:off x="5871770" y="5273008"/>
                <a:ext cx="33374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C015B5B3-1501-06E3-EB32-E1E153E5E3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1770" y="5273008"/>
                <a:ext cx="333746" cy="307777"/>
              </a:xfrm>
              <a:prstGeom prst="rect">
                <a:avLst/>
              </a:prstGeom>
              <a:blipFill>
                <a:blip r:embed="rId13"/>
                <a:stretch>
                  <a:fillRect l="-9091" r="-3636" b="-16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CA734BD9-3729-F0E8-1E33-9889EA9C3F44}"/>
                  </a:ext>
                </a:extLst>
              </p:cNvPr>
              <p:cNvSpPr txBox="1"/>
              <p:nvPr/>
            </p:nvSpPr>
            <p:spPr>
              <a:xfrm>
                <a:off x="7122137" y="5278493"/>
                <a:ext cx="32412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CA734BD9-3729-F0E8-1E33-9889EA9C3F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2137" y="5278493"/>
                <a:ext cx="324127" cy="307777"/>
              </a:xfrm>
              <a:prstGeom prst="rect">
                <a:avLst/>
              </a:prstGeom>
              <a:blipFill>
                <a:blip r:embed="rId14"/>
                <a:stretch>
                  <a:fillRect l="-9259" r="-1852" b="-16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6333CC33-27A6-777E-8107-8C4C3F08FEC4}"/>
                  </a:ext>
                </a:extLst>
              </p:cNvPr>
              <p:cNvSpPr txBox="1"/>
              <p:nvPr/>
            </p:nvSpPr>
            <p:spPr>
              <a:xfrm>
                <a:off x="8638246" y="5278493"/>
                <a:ext cx="34131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6333CC33-27A6-777E-8107-8C4C3F08FE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8246" y="5278493"/>
                <a:ext cx="341312" cy="307777"/>
              </a:xfrm>
              <a:prstGeom prst="rect">
                <a:avLst/>
              </a:prstGeom>
              <a:blipFill>
                <a:blip r:embed="rId15"/>
                <a:stretch>
                  <a:fillRect l="-8929" r="-3571" b="-16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TextBox 62">
            <a:extLst>
              <a:ext uri="{FF2B5EF4-FFF2-40B4-BE49-F238E27FC236}">
                <a16:creationId xmlns:a16="http://schemas.microsoft.com/office/drawing/2014/main" id="{2025B69C-95EE-3D75-AA44-C59747217BD5}"/>
              </a:ext>
            </a:extLst>
          </p:cNvPr>
          <p:cNvSpPr txBox="1"/>
          <p:nvPr/>
        </p:nvSpPr>
        <p:spPr>
          <a:xfrm>
            <a:off x="3823069" y="5622197"/>
            <a:ext cx="9811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(stable)</a:t>
            </a:r>
            <a:endParaRPr lang="en-IN" sz="1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F284B68-38B1-76C0-BDB1-82D4246C0A6D}"/>
              </a:ext>
            </a:extLst>
          </p:cNvPr>
          <p:cNvSpPr txBox="1"/>
          <p:nvPr/>
        </p:nvSpPr>
        <p:spPr>
          <a:xfrm>
            <a:off x="5458942" y="5622197"/>
            <a:ext cx="11402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(unstable)</a:t>
            </a:r>
            <a:endParaRPr lang="en-IN" sz="1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2DDBBE7-DA32-4073-6268-C779ADA26DA1}"/>
              </a:ext>
            </a:extLst>
          </p:cNvPr>
          <p:cNvSpPr txBox="1"/>
          <p:nvPr/>
        </p:nvSpPr>
        <p:spPr>
          <a:xfrm>
            <a:off x="7491160" y="5622197"/>
            <a:ext cx="11402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(neutral)</a:t>
            </a:r>
            <a:endParaRPr lang="en-IN" sz="1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69046328-3B90-C47E-C970-E95D7E339020}"/>
                  </a:ext>
                </a:extLst>
              </p:cNvPr>
              <p:cNvSpPr txBox="1"/>
              <p:nvPr/>
            </p:nvSpPr>
            <p:spPr>
              <a:xfrm>
                <a:off x="4835785" y="4110202"/>
                <a:ext cx="615040" cy="38183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IN" sz="1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I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12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IN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IN" sz="12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num>
                        <m:den>
                          <m:r>
                            <a:rPr lang="en-IN" sz="120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I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IN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IN" sz="1200" b="0" i="1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IN" sz="12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IN" sz="1200" dirty="0"/>
              </a:p>
            </p:txBody>
          </p:sp>
        </mc:Choice>
        <mc:Fallback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69046328-3B90-C47E-C970-E95D7E3390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5785" y="4110202"/>
                <a:ext cx="615040" cy="381836"/>
              </a:xfrm>
              <a:prstGeom prst="rect">
                <a:avLst/>
              </a:prstGeom>
              <a:blipFill>
                <a:blip r:embed="rId16"/>
                <a:stretch>
                  <a:fillRect l="-3960" r="-3960" b="-1111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6CA3576A-57AB-9C37-7B15-82C8EB8CC048}"/>
                  </a:ext>
                </a:extLst>
              </p:cNvPr>
              <p:cNvSpPr txBox="1"/>
              <p:nvPr/>
            </p:nvSpPr>
            <p:spPr>
              <a:xfrm>
                <a:off x="6586685" y="1432283"/>
                <a:ext cx="519758" cy="35060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IN" sz="1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20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IN" sz="12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num>
                        <m:den>
                          <m:r>
                            <a:rPr lang="en-IN" sz="120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IN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12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IN" sz="1200" dirty="0"/>
              </a:p>
            </p:txBody>
          </p:sp>
        </mc:Choice>
        <mc:Fallback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6CA3576A-57AB-9C37-7B15-82C8EB8CC0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6685" y="1432283"/>
                <a:ext cx="519758" cy="350609"/>
              </a:xfrm>
              <a:prstGeom prst="rect">
                <a:avLst/>
              </a:prstGeom>
              <a:blipFill>
                <a:blip r:embed="rId17"/>
                <a:stretch>
                  <a:fillRect l="-6977" t="-3509" r="-5814" b="-1578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5F6868B3-D29E-C9C1-D359-BBB6EB6B6911}"/>
                  </a:ext>
                </a:extLst>
              </p:cNvPr>
              <p:cNvSpPr txBox="1"/>
              <p:nvPr/>
            </p:nvSpPr>
            <p:spPr>
              <a:xfrm>
                <a:off x="6586685" y="1911463"/>
                <a:ext cx="615040" cy="38183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IN" sz="1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I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12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IN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IN" sz="12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num>
                        <m:den>
                          <m:r>
                            <a:rPr lang="en-IN" sz="120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I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IN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IN" sz="1200" b="0" i="1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IN" sz="12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IN" sz="1200" dirty="0"/>
              </a:p>
            </p:txBody>
          </p:sp>
        </mc:Choice>
        <mc:Fallback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5F6868B3-D29E-C9C1-D359-BBB6EB6B69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6685" y="1911463"/>
                <a:ext cx="615040" cy="381836"/>
              </a:xfrm>
              <a:prstGeom prst="rect">
                <a:avLst/>
              </a:prstGeom>
              <a:blipFill>
                <a:blip r:embed="rId18"/>
                <a:stretch>
                  <a:fillRect l="-3960" r="-3960" b="-112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4197FD0F-2BD4-8C80-D194-B7230CED4CC3}"/>
                  </a:ext>
                </a:extLst>
              </p:cNvPr>
              <p:cNvSpPr txBox="1"/>
              <p:nvPr/>
            </p:nvSpPr>
            <p:spPr>
              <a:xfrm>
                <a:off x="7806324" y="3531065"/>
                <a:ext cx="519758" cy="35060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IN" sz="1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20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IN" sz="12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num>
                        <m:den>
                          <m:r>
                            <a:rPr lang="en-IN" sz="120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IN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12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IN" sz="1200" dirty="0"/>
              </a:p>
            </p:txBody>
          </p:sp>
        </mc:Choice>
        <mc:Fallback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4197FD0F-2BD4-8C80-D194-B7230CED4C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6324" y="3531065"/>
                <a:ext cx="519758" cy="350609"/>
              </a:xfrm>
              <a:prstGeom prst="rect">
                <a:avLst/>
              </a:prstGeom>
              <a:blipFill>
                <a:blip r:embed="rId19"/>
                <a:stretch>
                  <a:fillRect l="-8235" t="-3448" r="-7059" b="-155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9EC10B85-1F8B-4FC7-EFBB-D3DA5DD0B17C}"/>
                  </a:ext>
                </a:extLst>
              </p:cNvPr>
              <p:cNvSpPr txBox="1"/>
              <p:nvPr/>
            </p:nvSpPr>
            <p:spPr>
              <a:xfrm>
                <a:off x="7806324" y="4010245"/>
                <a:ext cx="615040" cy="38183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IN" sz="1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I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12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IN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IN" sz="12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num>
                        <m:den>
                          <m:r>
                            <a:rPr lang="en-IN" sz="120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I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IN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IN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12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IN" sz="1200" dirty="0"/>
              </a:p>
            </p:txBody>
          </p:sp>
        </mc:Choice>
        <mc:Fallback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9EC10B85-1F8B-4FC7-EFBB-D3DA5DD0B1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6324" y="4010245"/>
                <a:ext cx="615040" cy="381836"/>
              </a:xfrm>
              <a:prstGeom prst="rect">
                <a:avLst/>
              </a:prstGeom>
              <a:blipFill>
                <a:blip r:embed="rId20"/>
                <a:stretch>
                  <a:fillRect l="-5000" r="-5000" b="-112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00503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804</TotalTime>
  <Words>201</Words>
  <Application>Microsoft Office PowerPoint</Application>
  <PresentationFormat>Widescreen</PresentationFormat>
  <Paragraphs>115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Asus</dc:creator>
  <cp:lastModifiedBy>Parag Bhattacharya</cp:lastModifiedBy>
  <cp:revision>49</cp:revision>
  <dcterms:created xsi:type="dcterms:W3CDTF">2026-10-03T06:14:03Z</dcterms:created>
  <dcterms:modified xsi:type="dcterms:W3CDTF">2026-10-24T15:56:59Z</dcterms:modified>
</cp:coreProperties>
</file>