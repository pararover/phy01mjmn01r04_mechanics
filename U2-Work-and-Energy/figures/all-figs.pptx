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3A00"/>
    <a:srgbClr val="862626"/>
    <a:srgbClr val="1C325A"/>
    <a:srgbClr val="08088E"/>
    <a:srgbClr val="1D345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0972" autoAdjust="0"/>
    <p:restoredTop sz="94660"/>
  </p:normalViewPr>
  <p:slideViewPr>
    <p:cSldViewPr snapToGrid="0">
      <p:cViewPr varScale="1">
        <p:scale>
          <a:sx n="83" d="100"/>
          <a:sy n="83" d="100"/>
        </p:scale>
        <p:origin x="966" y="7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slide" Target="slides/slide2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D22BB23-F442-40A7-A37A-0DE665FB7F05}" type="datetimeFigureOut">
              <a:rPr lang="en-US" smtClean="0"/>
              <a:t>10/11/2026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D60F61B-18EA-4D5C-80F6-2549EE18C82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0578896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D22BB23-F442-40A7-A37A-0DE665FB7F05}" type="datetimeFigureOut">
              <a:rPr lang="en-US" smtClean="0"/>
              <a:t>10/11/2026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D60F61B-18EA-4D5C-80F6-2549EE18C82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3706001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D22BB23-F442-40A7-A37A-0DE665FB7F05}" type="datetimeFigureOut">
              <a:rPr lang="en-US" smtClean="0"/>
              <a:t>10/11/2026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D60F61B-18EA-4D5C-80F6-2549EE18C82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9152428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D22BB23-F442-40A7-A37A-0DE665FB7F05}" type="datetimeFigureOut">
              <a:rPr lang="en-US" smtClean="0"/>
              <a:t>10/11/2026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D60F61B-18EA-4D5C-80F6-2549EE18C82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7929034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D22BB23-F442-40A7-A37A-0DE665FB7F05}" type="datetimeFigureOut">
              <a:rPr lang="en-US" smtClean="0"/>
              <a:t>10/11/2026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D60F61B-18EA-4D5C-80F6-2549EE18C82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9672880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D22BB23-F442-40A7-A37A-0DE665FB7F05}" type="datetimeFigureOut">
              <a:rPr lang="en-US" smtClean="0"/>
              <a:t>10/11/2026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D60F61B-18EA-4D5C-80F6-2549EE18C82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4967033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D22BB23-F442-40A7-A37A-0DE665FB7F05}" type="datetimeFigureOut">
              <a:rPr lang="en-US" smtClean="0"/>
              <a:t>10/11/2026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D60F61B-18EA-4D5C-80F6-2549EE18C82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8611271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D22BB23-F442-40A7-A37A-0DE665FB7F05}" type="datetimeFigureOut">
              <a:rPr lang="en-US" smtClean="0"/>
              <a:t>10/11/2026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D60F61B-18EA-4D5C-80F6-2549EE18C82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457526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D22BB23-F442-40A7-A37A-0DE665FB7F05}" type="datetimeFigureOut">
              <a:rPr lang="en-US" smtClean="0"/>
              <a:t>10/11/2026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D60F61B-18EA-4D5C-80F6-2549EE18C82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3710012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D22BB23-F442-40A7-A37A-0DE665FB7F05}" type="datetimeFigureOut">
              <a:rPr lang="en-US" smtClean="0"/>
              <a:t>10/11/2026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D60F61B-18EA-4D5C-80F6-2549EE18C82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604603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D22BB23-F442-40A7-A37A-0DE665FB7F05}" type="datetimeFigureOut">
              <a:rPr lang="en-US" smtClean="0"/>
              <a:t>10/11/2026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D60F61B-18EA-4D5C-80F6-2549EE18C82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8795707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D22BB23-F442-40A7-A37A-0DE665FB7F05}" type="datetimeFigureOut">
              <a:rPr lang="en-US" smtClean="0"/>
              <a:t>10/11/2026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D60F61B-18EA-4D5C-80F6-2549EE18C82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8153886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12" Type="http://schemas.openxmlformats.org/officeDocument/2006/relationships/image" Target="../media/image11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5.png"/><Relationship Id="rId11" Type="http://schemas.openxmlformats.org/officeDocument/2006/relationships/image" Target="../media/image10.png"/><Relationship Id="rId5" Type="http://schemas.openxmlformats.org/officeDocument/2006/relationships/image" Target="../media/image4.png"/><Relationship Id="rId10" Type="http://schemas.openxmlformats.org/officeDocument/2006/relationships/image" Target="../media/image9.png"/><Relationship Id="rId4" Type="http://schemas.openxmlformats.org/officeDocument/2006/relationships/image" Target="../media/image3.png"/><Relationship Id="rId9" Type="http://schemas.openxmlformats.org/officeDocument/2006/relationships/image" Target="../media/image8.png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16.png"/><Relationship Id="rId3" Type="http://schemas.openxmlformats.org/officeDocument/2006/relationships/image" Target="../media/image6.png"/><Relationship Id="rId7" Type="http://schemas.openxmlformats.org/officeDocument/2006/relationships/image" Target="../media/image15.png"/><Relationship Id="rId12" Type="http://schemas.openxmlformats.org/officeDocument/2006/relationships/image" Target="../media/image20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4.png"/><Relationship Id="rId11" Type="http://schemas.openxmlformats.org/officeDocument/2006/relationships/image" Target="../media/image19.png"/><Relationship Id="rId5" Type="http://schemas.openxmlformats.org/officeDocument/2006/relationships/image" Target="../media/image13.png"/><Relationship Id="rId10" Type="http://schemas.openxmlformats.org/officeDocument/2006/relationships/image" Target="../media/image18.png"/><Relationship Id="rId4" Type="http://schemas.openxmlformats.org/officeDocument/2006/relationships/image" Target="../media/image12.png"/><Relationship Id="rId9" Type="http://schemas.openxmlformats.org/officeDocument/2006/relationships/image" Target="../media/image17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43" name="TextBox 42"/>
              <p:cNvSpPr txBox="1"/>
              <p:nvPr/>
            </p:nvSpPr>
            <p:spPr>
              <a:xfrm>
                <a:off x="3691825" y="4044521"/>
                <a:ext cx="195566" cy="30777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acc>
                        <m:accPr>
                          <m:chr m:val="̅"/>
                          <m:ctrlPr>
                            <a:rPr lang="en-US" sz="2000" b="1" i="1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sz="2000" b="1" i="1" smtClean="0">
                              <a:latin typeface="Cambria Math" panose="02040503050406030204" pitchFamily="18" charset="0"/>
                            </a:rPr>
                            <m:t>𝒓</m:t>
                          </m:r>
                        </m:e>
                      </m:acc>
                    </m:oMath>
                  </m:oMathPara>
                </a14:m>
                <a:endParaRPr lang="en-US" sz="2000" dirty="0"/>
              </a:p>
            </p:txBody>
          </p:sp>
        </mc:Choice>
        <mc:Fallback xmlns="">
          <p:sp>
            <p:nvSpPr>
              <p:cNvPr id="43" name="TextBox 42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691825" y="4044521"/>
                <a:ext cx="195566" cy="307777"/>
              </a:xfrm>
              <a:prstGeom prst="rect">
                <a:avLst/>
              </a:prstGeom>
              <a:blipFill>
                <a:blip r:embed="rId2"/>
                <a:stretch>
                  <a:fillRect l="-18750" r="-34375"/>
                </a:stretch>
              </a:blipFill>
            </p:spPr>
            <p:txBody>
              <a:bodyPr/>
              <a:lstStyle/>
              <a:p>
                <a:r>
                  <a:rPr lang="en-IN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Freeform: Shape 3">
            <a:extLst>
              <a:ext uri="{FF2B5EF4-FFF2-40B4-BE49-F238E27FC236}">
                <a16:creationId xmlns:a16="http://schemas.microsoft.com/office/drawing/2014/main" id="{9DDAFCB7-3FE3-EF56-737D-55FCEFCED7AF}"/>
              </a:ext>
            </a:extLst>
          </p:cNvPr>
          <p:cNvSpPr/>
          <p:nvPr/>
        </p:nvSpPr>
        <p:spPr>
          <a:xfrm>
            <a:off x="2590510" y="1999527"/>
            <a:ext cx="5428526" cy="2465407"/>
          </a:xfrm>
          <a:custGeom>
            <a:avLst/>
            <a:gdLst>
              <a:gd name="csX0" fmla="*/ 0 w 5428526"/>
              <a:gd name="csY0" fmla="*/ 2465407 h 2465407"/>
              <a:gd name="csX1" fmla="*/ 2372809 w 5428526"/>
              <a:gd name="csY1" fmla="*/ 706055 h 2465407"/>
              <a:gd name="csX2" fmla="*/ 5428526 w 5428526"/>
              <a:gd name="csY2" fmla="*/ 0 h 246540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5428526" h="2465407">
                <a:moveTo>
                  <a:pt x="0" y="2465407"/>
                </a:moveTo>
                <a:cubicBezTo>
                  <a:pt x="559443" y="898002"/>
                  <a:pt x="1294435" y="572946"/>
                  <a:pt x="2372809" y="706055"/>
                </a:cubicBezTo>
                <a:cubicBezTo>
                  <a:pt x="3451183" y="839164"/>
                  <a:pt x="4058855" y="1492170"/>
                  <a:pt x="5428526" y="0"/>
                </a:cubicBezTo>
              </a:path>
            </a:pathLst>
          </a:custGeom>
          <a:noFill/>
          <a:ln w="28575" cap="rnd">
            <a:solidFill>
              <a:schemeClr val="accent1">
                <a:lumMod val="75000"/>
              </a:schemeClr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cxnSp>
        <p:nvCxnSpPr>
          <p:cNvPr id="31" name="Straight Arrow Connector 30"/>
          <p:cNvCxnSpPr>
            <a:cxnSpLocks/>
            <a:endCxn id="26" idx="5"/>
          </p:cNvCxnSpPr>
          <p:nvPr/>
        </p:nvCxnSpPr>
        <p:spPr>
          <a:xfrm flipH="1" flipV="1">
            <a:off x="3342856" y="3230936"/>
            <a:ext cx="1543370" cy="2224482"/>
          </a:xfrm>
          <a:prstGeom prst="straightConnector1">
            <a:avLst/>
          </a:prstGeom>
          <a:ln w="19050">
            <a:solidFill>
              <a:schemeClr val="tx1"/>
            </a:solidFill>
            <a:tailEnd type="stealth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2" name="Oval 31">
            <a:extLst>
              <a:ext uri="{FF2B5EF4-FFF2-40B4-BE49-F238E27FC236}">
                <a16:creationId xmlns:a16="http://schemas.microsoft.com/office/drawing/2014/main" id="{1FC9FDE7-6CD7-DEAC-0778-0BD8C274B291}"/>
              </a:ext>
            </a:extLst>
          </p:cNvPr>
          <p:cNvSpPr/>
          <p:nvPr/>
        </p:nvSpPr>
        <p:spPr>
          <a:xfrm>
            <a:off x="4671218" y="2629693"/>
            <a:ext cx="116681" cy="116681"/>
          </a:xfrm>
          <a:prstGeom prst="ellipse">
            <a:avLst/>
          </a:prstGeom>
          <a:gradFill flip="none" rotWithShape="1">
            <a:gsLst>
              <a:gs pos="0">
                <a:schemeClr val="accent1">
                  <a:lumMod val="20000"/>
                  <a:lumOff val="80000"/>
                </a:schemeClr>
              </a:gs>
              <a:gs pos="54000">
                <a:schemeClr val="accent5">
                  <a:lumMod val="95000"/>
                  <a:lumOff val="5000"/>
                </a:schemeClr>
              </a:gs>
              <a:gs pos="100000">
                <a:srgbClr val="1C325A"/>
              </a:gs>
            </a:gsLst>
            <a:path path="circle">
              <a:fillToRect r="100000" b="100000"/>
            </a:path>
            <a:tileRect l="-100000" t="-10000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cxnSp>
        <p:nvCxnSpPr>
          <p:cNvPr id="33" name="Straight Arrow Connector 32">
            <a:extLst>
              <a:ext uri="{FF2B5EF4-FFF2-40B4-BE49-F238E27FC236}">
                <a16:creationId xmlns:a16="http://schemas.microsoft.com/office/drawing/2014/main" id="{7AF59CEE-5950-7709-BA8F-710C58543233}"/>
              </a:ext>
            </a:extLst>
          </p:cNvPr>
          <p:cNvCxnSpPr>
            <a:cxnSpLocks/>
            <a:endCxn id="32" idx="4"/>
          </p:cNvCxnSpPr>
          <p:nvPr/>
        </p:nvCxnSpPr>
        <p:spPr>
          <a:xfrm flipH="1" flipV="1">
            <a:off x="4729559" y="2746374"/>
            <a:ext cx="156667" cy="2709044"/>
          </a:xfrm>
          <a:prstGeom prst="straightConnector1">
            <a:avLst/>
          </a:prstGeom>
          <a:ln w="19050">
            <a:solidFill>
              <a:schemeClr val="tx1"/>
            </a:solidFill>
            <a:tailEnd type="stealth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Straight Arrow Connector 37">
            <a:extLst>
              <a:ext uri="{FF2B5EF4-FFF2-40B4-BE49-F238E27FC236}">
                <a16:creationId xmlns:a16="http://schemas.microsoft.com/office/drawing/2014/main" id="{3D21645E-5BC5-9530-6C34-39DA26F8F7FC}"/>
              </a:ext>
            </a:extLst>
          </p:cNvPr>
          <p:cNvCxnSpPr>
            <a:cxnSpLocks/>
            <a:stCxn id="26" idx="7"/>
            <a:endCxn id="32" idx="2"/>
          </p:cNvCxnSpPr>
          <p:nvPr/>
        </p:nvCxnSpPr>
        <p:spPr>
          <a:xfrm flipV="1">
            <a:off x="3342856" y="2688034"/>
            <a:ext cx="1328362" cy="460397"/>
          </a:xfrm>
          <a:prstGeom prst="straightConnector1">
            <a:avLst/>
          </a:prstGeom>
          <a:ln w="19050">
            <a:solidFill>
              <a:srgbClr val="862626"/>
            </a:solidFill>
            <a:tailEnd type="stealth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" name="Oval 25">
            <a:extLst>
              <a:ext uri="{FF2B5EF4-FFF2-40B4-BE49-F238E27FC236}">
                <a16:creationId xmlns:a16="http://schemas.microsoft.com/office/drawing/2014/main" id="{7C8D4D5F-3410-48AC-B4E0-821DAF0E83A2}"/>
              </a:ext>
            </a:extLst>
          </p:cNvPr>
          <p:cNvSpPr/>
          <p:nvPr/>
        </p:nvSpPr>
        <p:spPr>
          <a:xfrm>
            <a:off x="3243263" y="3131343"/>
            <a:ext cx="116681" cy="116681"/>
          </a:xfrm>
          <a:prstGeom prst="ellipse">
            <a:avLst/>
          </a:prstGeom>
          <a:gradFill flip="none" rotWithShape="1">
            <a:gsLst>
              <a:gs pos="0">
                <a:schemeClr val="accent1">
                  <a:lumMod val="20000"/>
                  <a:lumOff val="80000"/>
                </a:schemeClr>
              </a:gs>
              <a:gs pos="54000">
                <a:schemeClr val="accent5">
                  <a:lumMod val="95000"/>
                  <a:lumOff val="5000"/>
                </a:schemeClr>
              </a:gs>
              <a:gs pos="100000">
                <a:srgbClr val="1C325A"/>
              </a:gs>
            </a:gsLst>
            <a:path path="circle">
              <a:fillToRect r="100000" b="100000"/>
            </a:path>
            <a:tileRect l="-100000" t="-10000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cxnSp>
        <p:nvCxnSpPr>
          <p:cNvPr id="66" name="Straight Arrow Connector 65">
            <a:extLst>
              <a:ext uri="{FF2B5EF4-FFF2-40B4-BE49-F238E27FC236}">
                <a16:creationId xmlns:a16="http://schemas.microsoft.com/office/drawing/2014/main" id="{E34B3D9C-C667-3145-01DB-65904CBFE045}"/>
              </a:ext>
            </a:extLst>
          </p:cNvPr>
          <p:cNvCxnSpPr>
            <a:cxnSpLocks/>
          </p:cNvCxnSpPr>
          <p:nvPr/>
        </p:nvCxnSpPr>
        <p:spPr>
          <a:xfrm>
            <a:off x="3359944" y="3196826"/>
            <a:ext cx="1167606" cy="55268"/>
          </a:xfrm>
          <a:prstGeom prst="straightConnector1">
            <a:avLst/>
          </a:prstGeom>
          <a:ln w="19050">
            <a:solidFill>
              <a:srgbClr val="003A00"/>
            </a:solidFill>
            <a:tailEnd type="stealth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94" name="TextBox 93">
                <a:extLst>
                  <a:ext uri="{FF2B5EF4-FFF2-40B4-BE49-F238E27FC236}">
                    <a16:creationId xmlns:a16="http://schemas.microsoft.com/office/drawing/2014/main" id="{208CBC1F-7679-D6B9-6E30-77CB99ECA267}"/>
                  </a:ext>
                </a:extLst>
              </p:cNvPr>
              <p:cNvSpPr txBox="1"/>
              <p:nvPr/>
            </p:nvSpPr>
            <p:spPr>
              <a:xfrm>
                <a:off x="4865777" y="3736744"/>
                <a:ext cx="782458" cy="30777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acc>
                        <m:accPr>
                          <m:chr m:val="̅"/>
                          <m:ctrlPr>
                            <a:rPr lang="en-US" sz="2000" b="1" i="1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sz="2000" b="1" i="1" smtClean="0">
                              <a:latin typeface="Cambria Math" panose="02040503050406030204" pitchFamily="18" charset="0"/>
                            </a:rPr>
                            <m:t>𝒓</m:t>
                          </m:r>
                        </m:e>
                      </m:acc>
                      <m:r>
                        <a:rPr lang="en-US" sz="2000" b="1" i="1" smtClean="0">
                          <a:latin typeface="Cambria Math" panose="02040503050406030204" pitchFamily="18" charset="0"/>
                        </a:rPr>
                        <m:t>+</m:t>
                      </m:r>
                      <m:r>
                        <m:rPr>
                          <m:sty m:val="p"/>
                        </m:rPr>
                        <a:rPr lang="en-US" sz="2000" b="0" i="0" smtClean="0">
                          <a:latin typeface="Cambria Math" panose="02040503050406030204" pitchFamily="18" charset="0"/>
                        </a:rPr>
                        <m:t>d</m:t>
                      </m:r>
                      <m:acc>
                        <m:accPr>
                          <m:chr m:val="̅"/>
                          <m:ctrlPr>
                            <a:rPr lang="en-US" sz="2000" b="1" i="1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sz="2000" b="1" i="1">
                              <a:latin typeface="Cambria Math" panose="02040503050406030204" pitchFamily="18" charset="0"/>
                            </a:rPr>
                            <m:t>𝒓</m:t>
                          </m:r>
                        </m:e>
                      </m:acc>
                    </m:oMath>
                  </m:oMathPara>
                </a14:m>
                <a:endParaRPr lang="en-US" sz="2000" dirty="0"/>
              </a:p>
            </p:txBody>
          </p:sp>
        </mc:Choice>
        <mc:Fallback xmlns="">
          <p:sp>
            <p:nvSpPr>
              <p:cNvPr id="94" name="TextBox 93">
                <a:extLst>
                  <a:ext uri="{FF2B5EF4-FFF2-40B4-BE49-F238E27FC236}">
                    <a16:creationId xmlns:a16="http://schemas.microsoft.com/office/drawing/2014/main" id="{208CBC1F-7679-D6B9-6E30-77CB99ECA26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865777" y="3736744"/>
                <a:ext cx="782458" cy="307777"/>
              </a:xfrm>
              <a:prstGeom prst="rect">
                <a:avLst/>
              </a:prstGeom>
              <a:blipFill>
                <a:blip r:embed="rId4"/>
                <a:stretch>
                  <a:fillRect l="-4651" r="-39535" b="-8000"/>
                </a:stretch>
              </a:blipFill>
            </p:spPr>
            <p:txBody>
              <a:bodyPr/>
              <a:lstStyle/>
              <a:p>
                <a:r>
                  <a:rPr lang="en-I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8" name="TextBox 97">
                <a:extLst>
                  <a:ext uri="{FF2B5EF4-FFF2-40B4-BE49-F238E27FC236}">
                    <a16:creationId xmlns:a16="http://schemas.microsoft.com/office/drawing/2014/main" id="{7ED9E766-2C13-AF86-25A2-3B049A5AE732}"/>
                  </a:ext>
                </a:extLst>
              </p:cNvPr>
              <p:cNvSpPr txBox="1"/>
              <p:nvPr/>
            </p:nvSpPr>
            <p:spPr>
              <a:xfrm>
                <a:off x="4086012" y="2829218"/>
                <a:ext cx="338234" cy="307777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m:rPr>
                          <m:sty m:val="p"/>
                        </m:rPr>
                        <a:rPr lang="en-US" sz="2000" b="0" i="0" smtClean="0">
                          <a:latin typeface="Cambria Math" panose="02040503050406030204" pitchFamily="18" charset="0"/>
                        </a:rPr>
                        <m:t>d</m:t>
                      </m:r>
                      <m:acc>
                        <m:accPr>
                          <m:chr m:val="̅"/>
                          <m:ctrlPr>
                            <a:rPr lang="en-US" sz="2000" b="1" i="1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sz="2000" b="1" i="1">
                              <a:latin typeface="Cambria Math" panose="02040503050406030204" pitchFamily="18" charset="0"/>
                            </a:rPr>
                            <m:t>𝒓</m:t>
                          </m:r>
                        </m:e>
                      </m:acc>
                    </m:oMath>
                  </m:oMathPara>
                </a14:m>
                <a:endParaRPr lang="en-US" sz="2000" dirty="0"/>
              </a:p>
            </p:txBody>
          </p:sp>
        </mc:Choice>
        <mc:Fallback xmlns="">
          <p:sp>
            <p:nvSpPr>
              <p:cNvPr id="98" name="TextBox 97">
                <a:extLst>
                  <a:ext uri="{FF2B5EF4-FFF2-40B4-BE49-F238E27FC236}">
                    <a16:creationId xmlns:a16="http://schemas.microsoft.com/office/drawing/2014/main" id="{7ED9E766-2C13-AF86-25A2-3B049A5AE73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086012" y="2829218"/>
                <a:ext cx="338234" cy="307777"/>
              </a:xfrm>
              <a:prstGeom prst="rect">
                <a:avLst/>
              </a:prstGeom>
              <a:blipFill>
                <a:blip r:embed="rId5"/>
                <a:stretch>
                  <a:fillRect l="-17857" r="-60714" b="-5882"/>
                </a:stretch>
              </a:blipFill>
            </p:spPr>
            <p:txBody>
              <a:bodyPr/>
              <a:lstStyle/>
              <a:p>
                <a:r>
                  <a:rPr lang="en-I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0" name="TextBox 99">
                <a:extLst>
                  <a:ext uri="{FF2B5EF4-FFF2-40B4-BE49-F238E27FC236}">
                    <a16:creationId xmlns:a16="http://schemas.microsoft.com/office/drawing/2014/main" id="{356BA0BB-F8E7-2DBD-6075-4819A0981B88}"/>
                  </a:ext>
                </a:extLst>
              </p:cNvPr>
              <p:cNvSpPr txBox="1"/>
              <p:nvPr/>
            </p:nvSpPr>
            <p:spPr>
              <a:xfrm>
                <a:off x="3891468" y="3288970"/>
                <a:ext cx="221214" cy="30777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acc>
                        <m:accPr>
                          <m:chr m:val="̅"/>
                          <m:ctrlPr>
                            <a:rPr lang="en-US" sz="2000" b="1" i="1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sz="2000" b="1" i="1" smtClean="0">
                              <a:latin typeface="Cambria Math" panose="02040503050406030204" pitchFamily="18" charset="0"/>
                            </a:rPr>
                            <m:t>𝑭</m:t>
                          </m:r>
                        </m:e>
                      </m:acc>
                    </m:oMath>
                  </m:oMathPara>
                </a14:m>
                <a:endParaRPr lang="en-US" sz="2000" dirty="0"/>
              </a:p>
            </p:txBody>
          </p:sp>
        </mc:Choice>
        <mc:Fallback xmlns="">
          <p:sp>
            <p:nvSpPr>
              <p:cNvPr id="100" name="TextBox 99">
                <a:extLst>
                  <a:ext uri="{FF2B5EF4-FFF2-40B4-BE49-F238E27FC236}">
                    <a16:creationId xmlns:a16="http://schemas.microsoft.com/office/drawing/2014/main" id="{356BA0BB-F8E7-2DBD-6075-4819A0981B8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91468" y="3288970"/>
                <a:ext cx="221214" cy="307777"/>
              </a:xfrm>
              <a:prstGeom prst="rect">
                <a:avLst/>
              </a:prstGeom>
              <a:blipFill>
                <a:blip r:embed="rId6"/>
                <a:stretch>
                  <a:fillRect l="-24324" t="-2000" r="-27027" b="-6000"/>
                </a:stretch>
              </a:blipFill>
            </p:spPr>
            <p:txBody>
              <a:bodyPr/>
              <a:lstStyle/>
              <a:p>
                <a:r>
                  <a:rPr lang="en-IN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06" name="Oval 105">
            <a:extLst>
              <a:ext uri="{FF2B5EF4-FFF2-40B4-BE49-F238E27FC236}">
                <a16:creationId xmlns:a16="http://schemas.microsoft.com/office/drawing/2014/main" id="{CB87576C-C070-0B72-4CBC-BC1874D0B68E}"/>
              </a:ext>
            </a:extLst>
          </p:cNvPr>
          <p:cNvSpPr/>
          <p:nvPr/>
        </p:nvSpPr>
        <p:spPr>
          <a:xfrm>
            <a:off x="2543936" y="4455410"/>
            <a:ext cx="75141" cy="75141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108" name="Oval 107">
            <a:extLst>
              <a:ext uri="{FF2B5EF4-FFF2-40B4-BE49-F238E27FC236}">
                <a16:creationId xmlns:a16="http://schemas.microsoft.com/office/drawing/2014/main" id="{E5AE98CB-FB39-EF96-8C6C-13113B96B74D}"/>
              </a:ext>
            </a:extLst>
          </p:cNvPr>
          <p:cNvSpPr/>
          <p:nvPr/>
        </p:nvSpPr>
        <p:spPr>
          <a:xfrm>
            <a:off x="7988608" y="1959043"/>
            <a:ext cx="75141" cy="75141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10" name="TextBox 109">
                <a:extLst>
                  <a:ext uri="{FF2B5EF4-FFF2-40B4-BE49-F238E27FC236}">
                    <a16:creationId xmlns:a16="http://schemas.microsoft.com/office/drawing/2014/main" id="{277E5B09-9C51-D60F-1596-7410F0A12B18}"/>
                  </a:ext>
                </a:extLst>
              </p:cNvPr>
              <p:cNvSpPr txBox="1"/>
              <p:nvPr/>
            </p:nvSpPr>
            <p:spPr>
              <a:xfrm>
                <a:off x="2210257" y="4339091"/>
                <a:ext cx="338234" cy="307777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US" sz="20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𝐴</m:t>
                      </m:r>
                    </m:oMath>
                  </m:oMathPara>
                </a14:m>
                <a:endParaRPr lang="en-US" sz="2000" i="1" dirty="0"/>
              </a:p>
            </p:txBody>
          </p:sp>
        </mc:Choice>
        <mc:Fallback xmlns="">
          <p:sp>
            <p:nvSpPr>
              <p:cNvPr id="110" name="TextBox 109">
                <a:extLst>
                  <a:ext uri="{FF2B5EF4-FFF2-40B4-BE49-F238E27FC236}">
                    <a16:creationId xmlns:a16="http://schemas.microsoft.com/office/drawing/2014/main" id="{277E5B09-9C51-D60F-1596-7410F0A12B1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210257" y="4339091"/>
                <a:ext cx="338234" cy="307777"/>
              </a:xfrm>
              <a:prstGeom prst="rect">
                <a:avLst/>
              </a:prstGeom>
              <a:blipFill>
                <a:blip r:embed="rId8"/>
                <a:stretch>
                  <a:fillRect l="-1818" b="-6000"/>
                </a:stretch>
              </a:blipFill>
            </p:spPr>
            <p:txBody>
              <a:bodyPr/>
              <a:lstStyle/>
              <a:p>
                <a:r>
                  <a:rPr lang="en-I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12" name="TextBox 111">
                <a:extLst>
                  <a:ext uri="{FF2B5EF4-FFF2-40B4-BE49-F238E27FC236}">
                    <a16:creationId xmlns:a16="http://schemas.microsoft.com/office/drawing/2014/main" id="{EA13599E-185B-8D65-F0AA-17C8509E6AD5}"/>
                  </a:ext>
                </a:extLst>
              </p:cNvPr>
              <p:cNvSpPr txBox="1"/>
              <p:nvPr/>
            </p:nvSpPr>
            <p:spPr>
              <a:xfrm>
                <a:off x="8071341" y="1805154"/>
                <a:ext cx="338234" cy="307777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US" sz="20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𝐵</m:t>
                      </m:r>
                    </m:oMath>
                  </m:oMathPara>
                </a14:m>
                <a:endParaRPr lang="en-US" sz="2000" i="1" dirty="0"/>
              </a:p>
            </p:txBody>
          </p:sp>
        </mc:Choice>
        <mc:Fallback xmlns="">
          <p:sp>
            <p:nvSpPr>
              <p:cNvPr id="112" name="TextBox 111">
                <a:extLst>
                  <a:ext uri="{FF2B5EF4-FFF2-40B4-BE49-F238E27FC236}">
                    <a16:creationId xmlns:a16="http://schemas.microsoft.com/office/drawing/2014/main" id="{EA13599E-185B-8D65-F0AA-17C8509E6AD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071341" y="1805154"/>
                <a:ext cx="338234" cy="307777"/>
              </a:xfrm>
              <a:prstGeom prst="rect">
                <a:avLst/>
              </a:prstGeom>
              <a:blipFill>
                <a:blip r:embed="rId9"/>
                <a:stretch>
                  <a:fillRect r="-1786" b="-5882"/>
                </a:stretch>
              </a:blipFill>
            </p:spPr>
            <p:txBody>
              <a:bodyPr/>
              <a:lstStyle/>
              <a:p>
                <a:r>
                  <a:rPr lang="en-I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14" name="TextBox 113">
                <a:extLst>
                  <a:ext uri="{FF2B5EF4-FFF2-40B4-BE49-F238E27FC236}">
                    <a16:creationId xmlns:a16="http://schemas.microsoft.com/office/drawing/2014/main" id="{E353C5F0-0B85-0E61-688B-5957767146FE}"/>
                  </a:ext>
                </a:extLst>
              </p:cNvPr>
              <p:cNvSpPr txBox="1"/>
              <p:nvPr/>
            </p:nvSpPr>
            <p:spPr>
              <a:xfrm>
                <a:off x="4886225" y="5408067"/>
                <a:ext cx="338234" cy="307777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US" sz="20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𝑂</m:t>
                      </m:r>
                    </m:oMath>
                  </m:oMathPara>
                </a14:m>
                <a:endParaRPr lang="en-US" sz="2000" i="1" dirty="0"/>
              </a:p>
            </p:txBody>
          </p:sp>
        </mc:Choice>
        <mc:Fallback xmlns="">
          <p:sp>
            <p:nvSpPr>
              <p:cNvPr id="114" name="TextBox 113">
                <a:extLst>
                  <a:ext uri="{FF2B5EF4-FFF2-40B4-BE49-F238E27FC236}">
                    <a16:creationId xmlns:a16="http://schemas.microsoft.com/office/drawing/2014/main" id="{E353C5F0-0B85-0E61-688B-5957767146F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886225" y="5408067"/>
                <a:ext cx="338234" cy="307777"/>
              </a:xfrm>
              <a:prstGeom prst="rect">
                <a:avLst/>
              </a:prstGeom>
              <a:blipFill>
                <a:blip r:embed="rId10"/>
                <a:stretch>
                  <a:fillRect l="-3636" b="-5882"/>
                </a:stretch>
              </a:blipFill>
            </p:spPr>
            <p:txBody>
              <a:bodyPr/>
              <a:lstStyle/>
              <a:p>
                <a:r>
                  <a:rPr lang="en-IN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6" name="Oval 115">
            <a:extLst>
              <a:ext uri="{FF2B5EF4-FFF2-40B4-BE49-F238E27FC236}">
                <a16:creationId xmlns:a16="http://schemas.microsoft.com/office/drawing/2014/main" id="{1F94DE46-3B02-3CBF-A744-80F7F6724376}"/>
              </a:ext>
            </a:extLst>
          </p:cNvPr>
          <p:cNvSpPr/>
          <p:nvPr/>
        </p:nvSpPr>
        <p:spPr>
          <a:xfrm>
            <a:off x="4848655" y="5417733"/>
            <a:ext cx="75141" cy="75141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18" name="TextBox 117">
                <a:extLst>
                  <a:ext uri="{FF2B5EF4-FFF2-40B4-BE49-F238E27FC236}">
                    <a16:creationId xmlns:a16="http://schemas.microsoft.com/office/drawing/2014/main" id="{36929ED0-B917-E87A-D914-BC6430751933}"/>
                  </a:ext>
                </a:extLst>
              </p:cNvPr>
              <p:cNvSpPr txBox="1"/>
              <p:nvPr/>
            </p:nvSpPr>
            <p:spPr>
              <a:xfrm>
                <a:off x="2966660" y="2977884"/>
                <a:ext cx="338234" cy="307777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US" sz="20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𝑃</m:t>
                      </m:r>
                    </m:oMath>
                  </m:oMathPara>
                </a14:m>
                <a:endParaRPr lang="en-US" sz="2000" i="1" dirty="0"/>
              </a:p>
            </p:txBody>
          </p:sp>
        </mc:Choice>
        <mc:Fallback xmlns="">
          <p:sp>
            <p:nvSpPr>
              <p:cNvPr id="118" name="TextBox 117">
                <a:extLst>
                  <a:ext uri="{FF2B5EF4-FFF2-40B4-BE49-F238E27FC236}">
                    <a16:creationId xmlns:a16="http://schemas.microsoft.com/office/drawing/2014/main" id="{36929ED0-B917-E87A-D914-BC643075193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966660" y="2977884"/>
                <a:ext cx="338234" cy="307777"/>
              </a:xfrm>
              <a:prstGeom prst="rect">
                <a:avLst/>
              </a:prstGeom>
              <a:blipFill>
                <a:blip r:embed="rId11"/>
                <a:stretch>
                  <a:fillRect l="-1818" b="-5882"/>
                </a:stretch>
              </a:blipFill>
            </p:spPr>
            <p:txBody>
              <a:bodyPr/>
              <a:lstStyle/>
              <a:p>
                <a:r>
                  <a:rPr lang="en-I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20" name="TextBox 119">
                <a:extLst>
                  <a:ext uri="{FF2B5EF4-FFF2-40B4-BE49-F238E27FC236}">
                    <a16:creationId xmlns:a16="http://schemas.microsoft.com/office/drawing/2014/main" id="{F862FADE-78B5-0E41-9A2E-33FCDB0A7B68}"/>
                  </a:ext>
                </a:extLst>
              </p:cNvPr>
              <p:cNvSpPr txBox="1"/>
              <p:nvPr/>
            </p:nvSpPr>
            <p:spPr>
              <a:xfrm>
                <a:off x="4662590" y="2347418"/>
                <a:ext cx="338234" cy="307777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US" sz="20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𝑄</m:t>
                      </m:r>
                    </m:oMath>
                  </m:oMathPara>
                </a14:m>
                <a:endParaRPr lang="en-US" sz="2000" i="1" dirty="0"/>
              </a:p>
            </p:txBody>
          </p:sp>
        </mc:Choice>
        <mc:Fallback xmlns="">
          <p:sp>
            <p:nvSpPr>
              <p:cNvPr id="120" name="TextBox 119">
                <a:extLst>
                  <a:ext uri="{FF2B5EF4-FFF2-40B4-BE49-F238E27FC236}">
                    <a16:creationId xmlns:a16="http://schemas.microsoft.com/office/drawing/2014/main" id="{F862FADE-78B5-0E41-9A2E-33FCDB0A7B6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662590" y="2347418"/>
                <a:ext cx="338234" cy="307777"/>
              </a:xfrm>
              <a:prstGeom prst="rect">
                <a:avLst/>
              </a:prstGeom>
              <a:blipFill>
                <a:blip r:embed="rId12"/>
                <a:stretch>
                  <a:fillRect l="-9091" r="-7273" b="-25490"/>
                </a:stretch>
              </a:blipFill>
            </p:spPr>
            <p:txBody>
              <a:bodyPr/>
              <a:lstStyle/>
              <a:p>
                <a:r>
                  <a:rPr lang="en-IN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32641445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3F1DB02-023C-94EC-AF71-0BD6C2AEB5D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Arc 100">
            <a:extLst>
              <a:ext uri="{FF2B5EF4-FFF2-40B4-BE49-F238E27FC236}">
                <a16:creationId xmlns:a16="http://schemas.microsoft.com/office/drawing/2014/main" id="{1C18C743-36B9-E7D3-644E-BCEBC94E6E68}"/>
              </a:ext>
            </a:extLst>
          </p:cNvPr>
          <p:cNvSpPr/>
          <p:nvPr/>
        </p:nvSpPr>
        <p:spPr>
          <a:xfrm rot="1336568">
            <a:off x="3400329" y="2985954"/>
            <a:ext cx="303021" cy="330200"/>
          </a:xfrm>
          <a:prstGeom prst="arc">
            <a:avLst>
              <a:gd name="adj1" fmla="val 17541800"/>
              <a:gd name="adj2" fmla="val 227391"/>
            </a:avLst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cxnSp>
        <p:nvCxnSpPr>
          <p:cNvPr id="85" name="Straight Connector 84">
            <a:extLst>
              <a:ext uri="{FF2B5EF4-FFF2-40B4-BE49-F238E27FC236}">
                <a16:creationId xmlns:a16="http://schemas.microsoft.com/office/drawing/2014/main" id="{8A199E41-2CA4-6BC2-74D9-15EA841E81C6}"/>
              </a:ext>
            </a:extLst>
          </p:cNvPr>
          <p:cNvCxnSpPr>
            <a:cxnSpLocks/>
          </p:cNvCxnSpPr>
          <p:nvPr/>
        </p:nvCxnSpPr>
        <p:spPr>
          <a:xfrm>
            <a:off x="3131042" y="2707481"/>
            <a:ext cx="165685" cy="466724"/>
          </a:xfrm>
          <a:prstGeom prst="line">
            <a:avLst/>
          </a:prstGeom>
          <a:ln w="12700" cap="rnd">
            <a:solidFill>
              <a:schemeClr val="tx1">
                <a:lumMod val="85000"/>
                <a:lumOff val="15000"/>
              </a:schemeClr>
            </a:solidFill>
            <a:prstDash val="dash"/>
            <a:round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43" name="TextBox 42">
                <a:extLst>
                  <a:ext uri="{FF2B5EF4-FFF2-40B4-BE49-F238E27FC236}">
                    <a16:creationId xmlns:a16="http://schemas.microsoft.com/office/drawing/2014/main" id="{D40CC65D-8E52-39B1-CEE0-B17C91BD7C66}"/>
                  </a:ext>
                </a:extLst>
              </p:cNvPr>
              <p:cNvSpPr txBox="1"/>
              <p:nvPr/>
            </p:nvSpPr>
            <p:spPr>
              <a:xfrm>
                <a:off x="3691825" y="4044521"/>
                <a:ext cx="195566" cy="30777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acc>
                        <m:accPr>
                          <m:chr m:val="̅"/>
                          <m:ctrlPr>
                            <a:rPr lang="en-US" sz="2000" b="1" i="1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sz="2000" b="1" i="1" smtClean="0">
                              <a:latin typeface="Cambria Math" panose="02040503050406030204" pitchFamily="18" charset="0"/>
                            </a:rPr>
                            <m:t>𝒓</m:t>
                          </m:r>
                        </m:e>
                      </m:acc>
                    </m:oMath>
                  </m:oMathPara>
                </a14:m>
                <a:endParaRPr lang="en-US" sz="2000" dirty="0"/>
              </a:p>
            </p:txBody>
          </p:sp>
        </mc:Choice>
        <mc:Fallback xmlns="">
          <p:sp>
            <p:nvSpPr>
              <p:cNvPr id="43" name="TextBox 42">
                <a:extLst>
                  <a:ext uri="{FF2B5EF4-FFF2-40B4-BE49-F238E27FC236}">
                    <a16:creationId xmlns:a16="http://schemas.microsoft.com/office/drawing/2014/main" id="{D40CC65D-8E52-39B1-CEE0-B17C91BD7C6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691825" y="4044521"/>
                <a:ext cx="195566" cy="307777"/>
              </a:xfrm>
              <a:prstGeom prst="rect">
                <a:avLst/>
              </a:prstGeom>
              <a:blipFill>
                <a:blip r:embed="rId2"/>
                <a:stretch>
                  <a:fillRect l="-18750" r="-34375"/>
                </a:stretch>
              </a:blipFill>
            </p:spPr>
            <p:txBody>
              <a:bodyPr/>
              <a:lstStyle/>
              <a:p>
                <a:r>
                  <a:rPr lang="en-IN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Freeform: Shape 3">
            <a:extLst>
              <a:ext uri="{FF2B5EF4-FFF2-40B4-BE49-F238E27FC236}">
                <a16:creationId xmlns:a16="http://schemas.microsoft.com/office/drawing/2014/main" id="{87502716-AB6F-D299-8615-FD22DCCF9747}"/>
              </a:ext>
            </a:extLst>
          </p:cNvPr>
          <p:cNvSpPr/>
          <p:nvPr/>
        </p:nvSpPr>
        <p:spPr>
          <a:xfrm>
            <a:off x="2590510" y="1999527"/>
            <a:ext cx="5428526" cy="2465407"/>
          </a:xfrm>
          <a:custGeom>
            <a:avLst/>
            <a:gdLst>
              <a:gd name="csX0" fmla="*/ 0 w 5428526"/>
              <a:gd name="csY0" fmla="*/ 2465407 h 2465407"/>
              <a:gd name="csX1" fmla="*/ 2372809 w 5428526"/>
              <a:gd name="csY1" fmla="*/ 706055 h 2465407"/>
              <a:gd name="csX2" fmla="*/ 5428526 w 5428526"/>
              <a:gd name="csY2" fmla="*/ 0 h 246540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5428526" h="2465407">
                <a:moveTo>
                  <a:pt x="0" y="2465407"/>
                </a:moveTo>
                <a:cubicBezTo>
                  <a:pt x="559443" y="898002"/>
                  <a:pt x="1294435" y="572946"/>
                  <a:pt x="2372809" y="706055"/>
                </a:cubicBezTo>
                <a:cubicBezTo>
                  <a:pt x="3451183" y="839164"/>
                  <a:pt x="4058855" y="1492170"/>
                  <a:pt x="5428526" y="0"/>
                </a:cubicBezTo>
              </a:path>
            </a:pathLst>
          </a:custGeom>
          <a:noFill/>
          <a:ln w="28575" cap="rnd">
            <a:solidFill>
              <a:schemeClr val="accent1">
                <a:lumMod val="75000"/>
              </a:schemeClr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cxnSp>
        <p:nvCxnSpPr>
          <p:cNvPr id="31" name="Straight Arrow Connector 30">
            <a:extLst>
              <a:ext uri="{FF2B5EF4-FFF2-40B4-BE49-F238E27FC236}">
                <a16:creationId xmlns:a16="http://schemas.microsoft.com/office/drawing/2014/main" id="{1322A60F-A392-F3F8-461A-A5B665ED5D72}"/>
              </a:ext>
            </a:extLst>
          </p:cNvPr>
          <p:cNvCxnSpPr>
            <a:cxnSpLocks/>
            <a:endCxn id="26" idx="5"/>
          </p:cNvCxnSpPr>
          <p:nvPr/>
        </p:nvCxnSpPr>
        <p:spPr>
          <a:xfrm flipH="1" flipV="1">
            <a:off x="3342856" y="3230936"/>
            <a:ext cx="1543370" cy="2224482"/>
          </a:xfrm>
          <a:prstGeom prst="straightConnector1">
            <a:avLst/>
          </a:prstGeom>
          <a:ln w="19050">
            <a:solidFill>
              <a:schemeClr val="tx1"/>
            </a:solidFill>
            <a:tailEnd type="stealth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2" name="Oval 31">
            <a:extLst>
              <a:ext uri="{FF2B5EF4-FFF2-40B4-BE49-F238E27FC236}">
                <a16:creationId xmlns:a16="http://schemas.microsoft.com/office/drawing/2014/main" id="{7272C3E2-8279-0C84-F5FB-D2C76D424996}"/>
              </a:ext>
            </a:extLst>
          </p:cNvPr>
          <p:cNvSpPr/>
          <p:nvPr/>
        </p:nvSpPr>
        <p:spPr>
          <a:xfrm>
            <a:off x="4671218" y="2629693"/>
            <a:ext cx="116681" cy="116681"/>
          </a:xfrm>
          <a:prstGeom prst="ellipse">
            <a:avLst/>
          </a:prstGeom>
          <a:gradFill flip="none" rotWithShape="1">
            <a:gsLst>
              <a:gs pos="0">
                <a:schemeClr val="accent1">
                  <a:lumMod val="20000"/>
                  <a:lumOff val="80000"/>
                </a:schemeClr>
              </a:gs>
              <a:gs pos="54000">
                <a:schemeClr val="accent5">
                  <a:lumMod val="95000"/>
                  <a:lumOff val="5000"/>
                </a:schemeClr>
              </a:gs>
              <a:gs pos="100000">
                <a:srgbClr val="1C325A"/>
              </a:gs>
            </a:gsLst>
            <a:path path="circle">
              <a:fillToRect r="100000" b="100000"/>
            </a:path>
            <a:tileRect l="-100000" t="-10000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cxnSp>
        <p:nvCxnSpPr>
          <p:cNvPr id="33" name="Straight Arrow Connector 32">
            <a:extLst>
              <a:ext uri="{FF2B5EF4-FFF2-40B4-BE49-F238E27FC236}">
                <a16:creationId xmlns:a16="http://schemas.microsoft.com/office/drawing/2014/main" id="{85863511-D0F5-16DF-D039-5E91A8DC0750}"/>
              </a:ext>
            </a:extLst>
          </p:cNvPr>
          <p:cNvCxnSpPr>
            <a:cxnSpLocks/>
            <a:endCxn id="32" idx="4"/>
          </p:cNvCxnSpPr>
          <p:nvPr/>
        </p:nvCxnSpPr>
        <p:spPr>
          <a:xfrm flipH="1" flipV="1">
            <a:off x="4729559" y="2746374"/>
            <a:ext cx="156667" cy="2709044"/>
          </a:xfrm>
          <a:prstGeom prst="straightConnector1">
            <a:avLst/>
          </a:prstGeom>
          <a:ln w="19050">
            <a:solidFill>
              <a:schemeClr val="tx1"/>
            </a:solidFill>
            <a:tailEnd type="stealth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0" name="Straight Connector 49">
            <a:extLst>
              <a:ext uri="{FF2B5EF4-FFF2-40B4-BE49-F238E27FC236}">
                <a16:creationId xmlns:a16="http://schemas.microsoft.com/office/drawing/2014/main" id="{095F0F8D-4F58-E1E7-78E0-E0F70C5CC466}"/>
              </a:ext>
            </a:extLst>
          </p:cNvPr>
          <p:cNvCxnSpPr>
            <a:cxnSpLocks/>
          </p:cNvCxnSpPr>
          <p:nvPr/>
        </p:nvCxnSpPr>
        <p:spPr>
          <a:xfrm>
            <a:off x="4212431" y="2368668"/>
            <a:ext cx="312738" cy="880963"/>
          </a:xfrm>
          <a:prstGeom prst="line">
            <a:avLst/>
          </a:prstGeom>
          <a:ln w="12700" cap="rnd">
            <a:solidFill>
              <a:schemeClr val="tx1">
                <a:lumMod val="85000"/>
                <a:lumOff val="15000"/>
              </a:schemeClr>
            </a:solidFill>
            <a:prstDash val="dash"/>
            <a:round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Straight Arrow Connector 37">
            <a:extLst>
              <a:ext uri="{FF2B5EF4-FFF2-40B4-BE49-F238E27FC236}">
                <a16:creationId xmlns:a16="http://schemas.microsoft.com/office/drawing/2014/main" id="{7CAC9EF2-E6E3-B0AF-B9E2-406CDDF0FDF4}"/>
              </a:ext>
            </a:extLst>
          </p:cNvPr>
          <p:cNvCxnSpPr>
            <a:cxnSpLocks/>
            <a:stCxn id="26" idx="7"/>
            <a:endCxn id="32" idx="2"/>
          </p:cNvCxnSpPr>
          <p:nvPr/>
        </p:nvCxnSpPr>
        <p:spPr>
          <a:xfrm flipV="1">
            <a:off x="3342856" y="2688034"/>
            <a:ext cx="1328362" cy="460397"/>
          </a:xfrm>
          <a:prstGeom prst="straightConnector1">
            <a:avLst/>
          </a:prstGeom>
          <a:ln w="19050">
            <a:solidFill>
              <a:srgbClr val="862626"/>
            </a:solidFill>
            <a:tailEnd type="stealth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" name="Oval 25">
            <a:extLst>
              <a:ext uri="{FF2B5EF4-FFF2-40B4-BE49-F238E27FC236}">
                <a16:creationId xmlns:a16="http://schemas.microsoft.com/office/drawing/2014/main" id="{AAFCDFD3-DA6B-9FBC-45DC-766384B751C8}"/>
              </a:ext>
            </a:extLst>
          </p:cNvPr>
          <p:cNvSpPr/>
          <p:nvPr/>
        </p:nvSpPr>
        <p:spPr>
          <a:xfrm>
            <a:off x="3243263" y="3131343"/>
            <a:ext cx="116681" cy="116681"/>
          </a:xfrm>
          <a:prstGeom prst="ellipse">
            <a:avLst/>
          </a:prstGeom>
          <a:gradFill flip="none" rotWithShape="1">
            <a:gsLst>
              <a:gs pos="0">
                <a:schemeClr val="accent1">
                  <a:lumMod val="20000"/>
                  <a:lumOff val="80000"/>
                </a:schemeClr>
              </a:gs>
              <a:gs pos="54000">
                <a:schemeClr val="accent5">
                  <a:lumMod val="95000"/>
                  <a:lumOff val="5000"/>
                </a:schemeClr>
              </a:gs>
              <a:gs pos="100000">
                <a:srgbClr val="1C325A"/>
              </a:gs>
            </a:gsLst>
            <a:path path="circle">
              <a:fillToRect r="100000" b="100000"/>
            </a:path>
            <a:tileRect l="-100000" t="-10000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cxnSp>
        <p:nvCxnSpPr>
          <p:cNvPr id="66" name="Straight Arrow Connector 65">
            <a:extLst>
              <a:ext uri="{FF2B5EF4-FFF2-40B4-BE49-F238E27FC236}">
                <a16:creationId xmlns:a16="http://schemas.microsoft.com/office/drawing/2014/main" id="{397882B5-0BDD-9312-EB1D-899C21DBE611}"/>
              </a:ext>
            </a:extLst>
          </p:cNvPr>
          <p:cNvCxnSpPr>
            <a:cxnSpLocks/>
          </p:cNvCxnSpPr>
          <p:nvPr/>
        </p:nvCxnSpPr>
        <p:spPr>
          <a:xfrm>
            <a:off x="3359944" y="3196826"/>
            <a:ext cx="1167606" cy="55268"/>
          </a:xfrm>
          <a:prstGeom prst="straightConnector1">
            <a:avLst/>
          </a:prstGeom>
          <a:ln w="19050">
            <a:solidFill>
              <a:srgbClr val="003A00"/>
            </a:solidFill>
            <a:tailEnd type="stealth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0" name="Straight Arrow Connector 89">
            <a:extLst>
              <a:ext uri="{FF2B5EF4-FFF2-40B4-BE49-F238E27FC236}">
                <a16:creationId xmlns:a16="http://schemas.microsoft.com/office/drawing/2014/main" id="{D7E73836-6CCC-3198-B0AD-83EA3FB95441}"/>
              </a:ext>
            </a:extLst>
          </p:cNvPr>
          <p:cNvCxnSpPr/>
          <p:nvPr/>
        </p:nvCxnSpPr>
        <p:spPr>
          <a:xfrm flipV="1">
            <a:off x="3183731" y="2436019"/>
            <a:ext cx="1052513" cy="373130"/>
          </a:xfrm>
          <a:prstGeom prst="straightConnector1">
            <a:avLst/>
          </a:prstGeom>
          <a:ln>
            <a:solidFill>
              <a:schemeClr val="tx1"/>
            </a:solidFill>
            <a:headEnd type="arrow" w="sm" len="sm"/>
            <a:tailEnd type="arrow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92" name="TextBox 91">
                <a:extLst>
                  <a:ext uri="{FF2B5EF4-FFF2-40B4-BE49-F238E27FC236}">
                    <a16:creationId xmlns:a16="http://schemas.microsoft.com/office/drawing/2014/main" id="{2BE0F641-0BCF-218F-9BE8-5D3CD4D7AE67}"/>
                  </a:ext>
                </a:extLst>
              </p:cNvPr>
              <p:cNvSpPr txBox="1"/>
              <p:nvPr/>
            </p:nvSpPr>
            <p:spPr>
              <a:xfrm rot="20393323">
                <a:off x="3558032" y="2471807"/>
                <a:ext cx="283989" cy="314253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sz="20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𝐹</m:t>
                          </m:r>
                        </m:e>
                        <m:sub>
                          <m:r>
                            <a:rPr lang="en-US" sz="200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∥</m:t>
                          </m:r>
                        </m:sub>
                      </m:sSub>
                    </m:oMath>
                  </m:oMathPara>
                </a14:m>
                <a:endParaRPr lang="en-US" sz="2000" dirty="0"/>
              </a:p>
            </p:txBody>
          </p:sp>
        </mc:Choice>
        <mc:Fallback xmlns="">
          <p:sp>
            <p:nvSpPr>
              <p:cNvPr id="92" name="TextBox 91">
                <a:extLst>
                  <a:ext uri="{FF2B5EF4-FFF2-40B4-BE49-F238E27FC236}">
                    <a16:creationId xmlns:a16="http://schemas.microsoft.com/office/drawing/2014/main" id="{2BE0F641-0BCF-218F-9BE8-5D3CD4D7AE6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 rot="20393323">
                <a:off x="3558032" y="2471807"/>
                <a:ext cx="283989" cy="314253"/>
              </a:xfrm>
              <a:prstGeom prst="rect">
                <a:avLst/>
              </a:prstGeom>
              <a:blipFill>
                <a:blip r:embed="rId3"/>
                <a:stretch>
                  <a:fillRect l="-11290" r="-14516" b="-9231"/>
                </a:stretch>
              </a:blipFill>
            </p:spPr>
            <p:txBody>
              <a:bodyPr/>
              <a:lstStyle/>
              <a:p>
                <a:r>
                  <a:rPr lang="en-I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4" name="TextBox 93">
                <a:extLst>
                  <a:ext uri="{FF2B5EF4-FFF2-40B4-BE49-F238E27FC236}">
                    <a16:creationId xmlns:a16="http://schemas.microsoft.com/office/drawing/2014/main" id="{1AB4254A-E98D-84D7-7E60-ED11869FF266}"/>
                  </a:ext>
                </a:extLst>
              </p:cNvPr>
              <p:cNvSpPr txBox="1"/>
              <p:nvPr/>
            </p:nvSpPr>
            <p:spPr>
              <a:xfrm>
                <a:off x="4865777" y="3736744"/>
                <a:ext cx="782458" cy="30777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acc>
                        <m:accPr>
                          <m:chr m:val="̅"/>
                          <m:ctrlPr>
                            <a:rPr lang="en-US" sz="2000" b="1" i="1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sz="2000" b="1" i="1" smtClean="0">
                              <a:latin typeface="Cambria Math" panose="02040503050406030204" pitchFamily="18" charset="0"/>
                            </a:rPr>
                            <m:t>𝒓</m:t>
                          </m:r>
                        </m:e>
                      </m:acc>
                      <m:r>
                        <a:rPr lang="en-US" sz="2000" b="1" i="1" smtClean="0">
                          <a:latin typeface="Cambria Math" panose="02040503050406030204" pitchFamily="18" charset="0"/>
                        </a:rPr>
                        <m:t>+</m:t>
                      </m:r>
                      <m:r>
                        <m:rPr>
                          <m:sty m:val="p"/>
                        </m:rPr>
                        <a:rPr lang="en-US" sz="2000" b="0" i="0" smtClean="0">
                          <a:latin typeface="Cambria Math" panose="02040503050406030204" pitchFamily="18" charset="0"/>
                        </a:rPr>
                        <m:t>d</m:t>
                      </m:r>
                      <m:acc>
                        <m:accPr>
                          <m:chr m:val="̅"/>
                          <m:ctrlPr>
                            <a:rPr lang="en-US" sz="2000" b="1" i="1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sz="2000" b="1" i="1">
                              <a:latin typeface="Cambria Math" panose="02040503050406030204" pitchFamily="18" charset="0"/>
                            </a:rPr>
                            <m:t>𝒓</m:t>
                          </m:r>
                        </m:e>
                      </m:acc>
                    </m:oMath>
                  </m:oMathPara>
                </a14:m>
                <a:endParaRPr lang="en-US" sz="2000" dirty="0"/>
              </a:p>
            </p:txBody>
          </p:sp>
        </mc:Choice>
        <mc:Fallback xmlns="">
          <p:sp>
            <p:nvSpPr>
              <p:cNvPr id="94" name="TextBox 93">
                <a:extLst>
                  <a:ext uri="{FF2B5EF4-FFF2-40B4-BE49-F238E27FC236}">
                    <a16:creationId xmlns:a16="http://schemas.microsoft.com/office/drawing/2014/main" id="{1AB4254A-E98D-84D7-7E60-ED11869FF26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865777" y="3736744"/>
                <a:ext cx="782458" cy="307777"/>
              </a:xfrm>
              <a:prstGeom prst="rect">
                <a:avLst/>
              </a:prstGeom>
              <a:blipFill>
                <a:blip r:embed="rId4"/>
                <a:stretch>
                  <a:fillRect l="-4651" r="-39535" b="-8000"/>
                </a:stretch>
              </a:blipFill>
            </p:spPr>
            <p:txBody>
              <a:bodyPr/>
              <a:lstStyle/>
              <a:p>
                <a:r>
                  <a:rPr lang="en-I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8" name="TextBox 97">
                <a:extLst>
                  <a:ext uri="{FF2B5EF4-FFF2-40B4-BE49-F238E27FC236}">
                    <a16:creationId xmlns:a16="http://schemas.microsoft.com/office/drawing/2014/main" id="{CE2765A7-BA9C-2D72-D56B-B866A029A926}"/>
                  </a:ext>
                </a:extLst>
              </p:cNvPr>
              <p:cNvSpPr txBox="1"/>
              <p:nvPr/>
            </p:nvSpPr>
            <p:spPr>
              <a:xfrm>
                <a:off x="4086012" y="2829218"/>
                <a:ext cx="338234" cy="307777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m:rPr>
                          <m:sty m:val="p"/>
                        </m:rPr>
                        <a:rPr lang="en-US" sz="2000" b="0" i="0" smtClean="0">
                          <a:latin typeface="Cambria Math" panose="02040503050406030204" pitchFamily="18" charset="0"/>
                        </a:rPr>
                        <m:t>d</m:t>
                      </m:r>
                      <m:acc>
                        <m:accPr>
                          <m:chr m:val="̅"/>
                          <m:ctrlPr>
                            <a:rPr lang="en-US" sz="2000" b="1" i="1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sz="2000" b="1" i="1">
                              <a:latin typeface="Cambria Math" panose="02040503050406030204" pitchFamily="18" charset="0"/>
                            </a:rPr>
                            <m:t>𝒓</m:t>
                          </m:r>
                        </m:e>
                      </m:acc>
                    </m:oMath>
                  </m:oMathPara>
                </a14:m>
                <a:endParaRPr lang="en-US" sz="2000" dirty="0"/>
              </a:p>
            </p:txBody>
          </p:sp>
        </mc:Choice>
        <mc:Fallback xmlns="">
          <p:sp>
            <p:nvSpPr>
              <p:cNvPr id="98" name="TextBox 97">
                <a:extLst>
                  <a:ext uri="{FF2B5EF4-FFF2-40B4-BE49-F238E27FC236}">
                    <a16:creationId xmlns:a16="http://schemas.microsoft.com/office/drawing/2014/main" id="{CE2765A7-BA9C-2D72-D56B-B866A029A92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086012" y="2829218"/>
                <a:ext cx="338234" cy="307777"/>
              </a:xfrm>
              <a:prstGeom prst="rect">
                <a:avLst/>
              </a:prstGeom>
              <a:blipFill>
                <a:blip r:embed="rId5"/>
                <a:stretch>
                  <a:fillRect l="-17857" r="-60714" b="-5882"/>
                </a:stretch>
              </a:blipFill>
            </p:spPr>
            <p:txBody>
              <a:bodyPr/>
              <a:lstStyle/>
              <a:p>
                <a:r>
                  <a:rPr lang="en-I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0" name="TextBox 99">
                <a:extLst>
                  <a:ext uri="{FF2B5EF4-FFF2-40B4-BE49-F238E27FC236}">
                    <a16:creationId xmlns:a16="http://schemas.microsoft.com/office/drawing/2014/main" id="{515E3208-8316-AB01-1224-96F0875AD2EC}"/>
                  </a:ext>
                </a:extLst>
              </p:cNvPr>
              <p:cNvSpPr txBox="1"/>
              <p:nvPr/>
            </p:nvSpPr>
            <p:spPr>
              <a:xfrm>
                <a:off x="3891468" y="3288970"/>
                <a:ext cx="221214" cy="30777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acc>
                        <m:accPr>
                          <m:chr m:val="̅"/>
                          <m:ctrlPr>
                            <a:rPr lang="en-US" sz="2000" b="1" i="1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sz="2000" b="1" i="1" smtClean="0">
                              <a:latin typeface="Cambria Math" panose="02040503050406030204" pitchFamily="18" charset="0"/>
                            </a:rPr>
                            <m:t>𝑭</m:t>
                          </m:r>
                        </m:e>
                      </m:acc>
                    </m:oMath>
                  </m:oMathPara>
                </a14:m>
                <a:endParaRPr lang="en-US" sz="2000" dirty="0"/>
              </a:p>
            </p:txBody>
          </p:sp>
        </mc:Choice>
        <mc:Fallback xmlns="">
          <p:sp>
            <p:nvSpPr>
              <p:cNvPr id="100" name="TextBox 99">
                <a:extLst>
                  <a:ext uri="{FF2B5EF4-FFF2-40B4-BE49-F238E27FC236}">
                    <a16:creationId xmlns:a16="http://schemas.microsoft.com/office/drawing/2014/main" id="{515E3208-8316-AB01-1224-96F0875AD2E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91468" y="3288970"/>
                <a:ext cx="221214" cy="307777"/>
              </a:xfrm>
              <a:prstGeom prst="rect">
                <a:avLst/>
              </a:prstGeom>
              <a:blipFill>
                <a:blip r:embed="rId6"/>
                <a:stretch>
                  <a:fillRect l="-24324" t="-2000" r="-27027" b="-6000"/>
                </a:stretch>
              </a:blipFill>
            </p:spPr>
            <p:txBody>
              <a:bodyPr/>
              <a:lstStyle/>
              <a:p>
                <a:r>
                  <a:rPr lang="en-I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4" name="TextBox 103">
                <a:extLst>
                  <a:ext uri="{FF2B5EF4-FFF2-40B4-BE49-F238E27FC236}">
                    <a16:creationId xmlns:a16="http://schemas.microsoft.com/office/drawing/2014/main" id="{C3F4BC6F-7972-C1B2-33D3-92FF611D9AE8}"/>
                  </a:ext>
                </a:extLst>
              </p:cNvPr>
              <p:cNvSpPr txBox="1"/>
              <p:nvPr/>
            </p:nvSpPr>
            <p:spPr>
              <a:xfrm>
                <a:off x="3659292" y="2958758"/>
                <a:ext cx="338234" cy="307777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US" sz="20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𝜃</m:t>
                      </m:r>
                    </m:oMath>
                  </m:oMathPara>
                </a14:m>
                <a:endParaRPr lang="en-US" sz="2000" i="1" dirty="0"/>
              </a:p>
            </p:txBody>
          </p:sp>
        </mc:Choice>
        <mc:Fallback xmlns="">
          <p:sp>
            <p:nvSpPr>
              <p:cNvPr id="104" name="TextBox 103">
                <a:extLst>
                  <a:ext uri="{FF2B5EF4-FFF2-40B4-BE49-F238E27FC236}">
                    <a16:creationId xmlns:a16="http://schemas.microsoft.com/office/drawing/2014/main" id="{C3F4BC6F-7972-C1B2-33D3-92FF611D9AE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659292" y="2958758"/>
                <a:ext cx="338234" cy="307777"/>
              </a:xfrm>
              <a:prstGeom prst="rect">
                <a:avLst/>
              </a:prstGeom>
              <a:blipFill>
                <a:blip r:embed="rId7"/>
                <a:stretch>
                  <a:fillRect b="-5882"/>
                </a:stretch>
              </a:blipFill>
            </p:spPr>
            <p:txBody>
              <a:bodyPr/>
              <a:lstStyle/>
              <a:p>
                <a:r>
                  <a:rPr lang="en-IN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06" name="Oval 105">
            <a:extLst>
              <a:ext uri="{FF2B5EF4-FFF2-40B4-BE49-F238E27FC236}">
                <a16:creationId xmlns:a16="http://schemas.microsoft.com/office/drawing/2014/main" id="{C39A8063-C6FD-F393-9236-8B0D22731AB4}"/>
              </a:ext>
            </a:extLst>
          </p:cNvPr>
          <p:cNvSpPr/>
          <p:nvPr/>
        </p:nvSpPr>
        <p:spPr>
          <a:xfrm>
            <a:off x="2543936" y="4455410"/>
            <a:ext cx="75141" cy="75141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108" name="Oval 107">
            <a:extLst>
              <a:ext uri="{FF2B5EF4-FFF2-40B4-BE49-F238E27FC236}">
                <a16:creationId xmlns:a16="http://schemas.microsoft.com/office/drawing/2014/main" id="{E66EA0DB-6674-0F59-B29A-1716042AE471}"/>
              </a:ext>
            </a:extLst>
          </p:cNvPr>
          <p:cNvSpPr/>
          <p:nvPr/>
        </p:nvSpPr>
        <p:spPr>
          <a:xfrm>
            <a:off x="7988608" y="1959043"/>
            <a:ext cx="75141" cy="75141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10" name="TextBox 109">
                <a:extLst>
                  <a:ext uri="{FF2B5EF4-FFF2-40B4-BE49-F238E27FC236}">
                    <a16:creationId xmlns:a16="http://schemas.microsoft.com/office/drawing/2014/main" id="{38A67961-5041-045D-E92E-E2380165E600}"/>
                  </a:ext>
                </a:extLst>
              </p:cNvPr>
              <p:cNvSpPr txBox="1"/>
              <p:nvPr/>
            </p:nvSpPr>
            <p:spPr>
              <a:xfrm>
                <a:off x="2210257" y="4339091"/>
                <a:ext cx="338234" cy="307777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US" sz="20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𝐴</m:t>
                      </m:r>
                    </m:oMath>
                  </m:oMathPara>
                </a14:m>
                <a:endParaRPr lang="en-US" sz="2000" i="1" dirty="0"/>
              </a:p>
            </p:txBody>
          </p:sp>
        </mc:Choice>
        <mc:Fallback xmlns="">
          <p:sp>
            <p:nvSpPr>
              <p:cNvPr id="110" name="TextBox 109">
                <a:extLst>
                  <a:ext uri="{FF2B5EF4-FFF2-40B4-BE49-F238E27FC236}">
                    <a16:creationId xmlns:a16="http://schemas.microsoft.com/office/drawing/2014/main" id="{38A67961-5041-045D-E92E-E2380165E60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210257" y="4339091"/>
                <a:ext cx="338234" cy="307777"/>
              </a:xfrm>
              <a:prstGeom prst="rect">
                <a:avLst/>
              </a:prstGeom>
              <a:blipFill>
                <a:blip r:embed="rId8"/>
                <a:stretch>
                  <a:fillRect l="-1818" b="-6000"/>
                </a:stretch>
              </a:blipFill>
            </p:spPr>
            <p:txBody>
              <a:bodyPr/>
              <a:lstStyle/>
              <a:p>
                <a:r>
                  <a:rPr lang="en-I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12" name="TextBox 111">
                <a:extLst>
                  <a:ext uri="{FF2B5EF4-FFF2-40B4-BE49-F238E27FC236}">
                    <a16:creationId xmlns:a16="http://schemas.microsoft.com/office/drawing/2014/main" id="{0BCD1608-0E3B-8B03-DC37-D8A50660DE1F}"/>
                  </a:ext>
                </a:extLst>
              </p:cNvPr>
              <p:cNvSpPr txBox="1"/>
              <p:nvPr/>
            </p:nvSpPr>
            <p:spPr>
              <a:xfrm>
                <a:off x="8071341" y="1805154"/>
                <a:ext cx="338234" cy="307777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US" sz="20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𝐵</m:t>
                      </m:r>
                    </m:oMath>
                  </m:oMathPara>
                </a14:m>
                <a:endParaRPr lang="en-US" sz="2000" i="1" dirty="0"/>
              </a:p>
            </p:txBody>
          </p:sp>
        </mc:Choice>
        <mc:Fallback xmlns="">
          <p:sp>
            <p:nvSpPr>
              <p:cNvPr id="112" name="TextBox 111">
                <a:extLst>
                  <a:ext uri="{FF2B5EF4-FFF2-40B4-BE49-F238E27FC236}">
                    <a16:creationId xmlns:a16="http://schemas.microsoft.com/office/drawing/2014/main" id="{0BCD1608-0E3B-8B03-DC37-D8A50660DE1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071341" y="1805154"/>
                <a:ext cx="338234" cy="307777"/>
              </a:xfrm>
              <a:prstGeom prst="rect">
                <a:avLst/>
              </a:prstGeom>
              <a:blipFill>
                <a:blip r:embed="rId9"/>
                <a:stretch>
                  <a:fillRect r="-1786" b="-5882"/>
                </a:stretch>
              </a:blipFill>
            </p:spPr>
            <p:txBody>
              <a:bodyPr/>
              <a:lstStyle/>
              <a:p>
                <a:r>
                  <a:rPr lang="en-I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14" name="TextBox 113">
                <a:extLst>
                  <a:ext uri="{FF2B5EF4-FFF2-40B4-BE49-F238E27FC236}">
                    <a16:creationId xmlns:a16="http://schemas.microsoft.com/office/drawing/2014/main" id="{24FC8F4E-919F-92F3-1A12-59935A8E5222}"/>
                  </a:ext>
                </a:extLst>
              </p:cNvPr>
              <p:cNvSpPr txBox="1"/>
              <p:nvPr/>
            </p:nvSpPr>
            <p:spPr>
              <a:xfrm>
                <a:off x="4886225" y="5408067"/>
                <a:ext cx="338234" cy="307777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US" sz="20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𝑂</m:t>
                      </m:r>
                    </m:oMath>
                  </m:oMathPara>
                </a14:m>
                <a:endParaRPr lang="en-US" sz="2000" i="1" dirty="0"/>
              </a:p>
            </p:txBody>
          </p:sp>
        </mc:Choice>
        <mc:Fallback xmlns="">
          <p:sp>
            <p:nvSpPr>
              <p:cNvPr id="114" name="TextBox 113">
                <a:extLst>
                  <a:ext uri="{FF2B5EF4-FFF2-40B4-BE49-F238E27FC236}">
                    <a16:creationId xmlns:a16="http://schemas.microsoft.com/office/drawing/2014/main" id="{24FC8F4E-919F-92F3-1A12-59935A8E522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886225" y="5408067"/>
                <a:ext cx="338234" cy="307777"/>
              </a:xfrm>
              <a:prstGeom prst="rect">
                <a:avLst/>
              </a:prstGeom>
              <a:blipFill>
                <a:blip r:embed="rId10"/>
                <a:stretch>
                  <a:fillRect l="-3636" b="-5882"/>
                </a:stretch>
              </a:blipFill>
            </p:spPr>
            <p:txBody>
              <a:bodyPr/>
              <a:lstStyle/>
              <a:p>
                <a:r>
                  <a:rPr lang="en-IN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6" name="Oval 115">
            <a:extLst>
              <a:ext uri="{FF2B5EF4-FFF2-40B4-BE49-F238E27FC236}">
                <a16:creationId xmlns:a16="http://schemas.microsoft.com/office/drawing/2014/main" id="{B48AF66E-1E0E-802D-044E-CED43284E1F2}"/>
              </a:ext>
            </a:extLst>
          </p:cNvPr>
          <p:cNvSpPr/>
          <p:nvPr/>
        </p:nvSpPr>
        <p:spPr>
          <a:xfrm>
            <a:off x="4848655" y="5417733"/>
            <a:ext cx="75141" cy="75141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18" name="TextBox 117">
                <a:extLst>
                  <a:ext uri="{FF2B5EF4-FFF2-40B4-BE49-F238E27FC236}">
                    <a16:creationId xmlns:a16="http://schemas.microsoft.com/office/drawing/2014/main" id="{B4385092-4992-4D7D-8009-1A71B8072DB7}"/>
                  </a:ext>
                </a:extLst>
              </p:cNvPr>
              <p:cNvSpPr txBox="1"/>
              <p:nvPr/>
            </p:nvSpPr>
            <p:spPr>
              <a:xfrm>
                <a:off x="2966660" y="2977884"/>
                <a:ext cx="338234" cy="307777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US" sz="20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𝑃</m:t>
                      </m:r>
                    </m:oMath>
                  </m:oMathPara>
                </a14:m>
                <a:endParaRPr lang="en-US" sz="2000" i="1" dirty="0"/>
              </a:p>
            </p:txBody>
          </p:sp>
        </mc:Choice>
        <mc:Fallback xmlns="">
          <p:sp>
            <p:nvSpPr>
              <p:cNvPr id="118" name="TextBox 117">
                <a:extLst>
                  <a:ext uri="{FF2B5EF4-FFF2-40B4-BE49-F238E27FC236}">
                    <a16:creationId xmlns:a16="http://schemas.microsoft.com/office/drawing/2014/main" id="{B4385092-4992-4D7D-8009-1A71B8072DB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966660" y="2977884"/>
                <a:ext cx="338234" cy="307777"/>
              </a:xfrm>
              <a:prstGeom prst="rect">
                <a:avLst/>
              </a:prstGeom>
              <a:blipFill>
                <a:blip r:embed="rId11"/>
                <a:stretch>
                  <a:fillRect l="-1818" b="-5882"/>
                </a:stretch>
              </a:blipFill>
            </p:spPr>
            <p:txBody>
              <a:bodyPr/>
              <a:lstStyle/>
              <a:p>
                <a:r>
                  <a:rPr lang="en-I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20" name="TextBox 119">
                <a:extLst>
                  <a:ext uri="{FF2B5EF4-FFF2-40B4-BE49-F238E27FC236}">
                    <a16:creationId xmlns:a16="http://schemas.microsoft.com/office/drawing/2014/main" id="{4C705AC2-C692-301B-BACF-8DB808D87021}"/>
                  </a:ext>
                </a:extLst>
              </p:cNvPr>
              <p:cNvSpPr txBox="1"/>
              <p:nvPr/>
            </p:nvSpPr>
            <p:spPr>
              <a:xfrm>
                <a:off x="4662590" y="2347418"/>
                <a:ext cx="338234" cy="307777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US" sz="20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𝑄</m:t>
                      </m:r>
                    </m:oMath>
                  </m:oMathPara>
                </a14:m>
                <a:endParaRPr lang="en-US" sz="2000" i="1" dirty="0"/>
              </a:p>
            </p:txBody>
          </p:sp>
        </mc:Choice>
        <mc:Fallback xmlns="">
          <p:sp>
            <p:nvSpPr>
              <p:cNvPr id="120" name="TextBox 119">
                <a:extLst>
                  <a:ext uri="{FF2B5EF4-FFF2-40B4-BE49-F238E27FC236}">
                    <a16:creationId xmlns:a16="http://schemas.microsoft.com/office/drawing/2014/main" id="{4C705AC2-C692-301B-BACF-8DB808D8702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662590" y="2347418"/>
                <a:ext cx="338234" cy="307777"/>
              </a:xfrm>
              <a:prstGeom prst="rect">
                <a:avLst/>
              </a:prstGeom>
              <a:blipFill>
                <a:blip r:embed="rId12"/>
                <a:stretch>
                  <a:fillRect l="-9091" r="-7273" b="-25490"/>
                </a:stretch>
              </a:blipFill>
            </p:spPr>
            <p:txBody>
              <a:bodyPr/>
              <a:lstStyle/>
              <a:p>
                <a:r>
                  <a:rPr lang="en-IN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12672514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455</TotalTime>
  <Words>28</Words>
  <Application>Microsoft Office PowerPoint</Application>
  <PresentationFormat>Widescreen</PresentationFormat>
  <Paragraphs>20</Paragraphs>
  <Slides>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7" baseType="lpstr">
      <vt:lpstr>Arial</vt:lpstr>
      <vt:lpstr>Calibri</vt:lpstr>
      <vt:lpstr>Calibri Light</vt:lpstr>
      <vt:lpstr>Cambria Math</vt:lpstr>
      <vt:lpstr>Office Theme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Asus</dc:creator>
  <cp:lastModifiedBy>Parag Bhattacharya</cp:lastModifiedBy>
  <cp:revision>27</cp:revision>
  <dcterms:created xsi:type="dcterms:W3CDTF">2026-10-03T06:14:03Z</dcterms:created>
  <dcterms:modified xsi:type="dcterms:W3CDTF">2026-10-11T03:06:59Z</dcterms:modified>
</cp:coreProperties>
</file>