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E1A"/>
    <a:srgbClr val="13223D"/>
    <a:srgbClr val="003A00"/>
    <a:srgbClr val="862626"/>
    <a:srgbClr val="1C325A"/>
    <a:srgbClr val="08088E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>
        <p:scale>
          <a:sx n="100" d="100"/>
          <a:sy n="100" d="100"/>
        </p:scale>
        <p:origin x="202" y="-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c 11">
            <a:extLst>
              <a:ext uri="{FF2B5EF4-FFF2-40B4-BE49-F238E27FC236}">
                <a16:creationId xmlns:a16="http://schemas.microsoft.com/office/drawing/2014/main" id="{FD847279-352E-ABD8-C209-3F57EA5AF73D}"/>
              </a:ext>
            </a:extLst>
          </p:cNvPr>
          <p:cNvSpPr/>
          <p:nvPr/>
        </p:nvSpPr>
        <p:spPr>
          <a:xfrm rot="550380">
            <a:off x="2832498" y="2407333"/>
            <a:ext cx="385206" cy="400369"/>
          </a:xfrm>
          <a:prstGeom prst="arc">
            <a:avLst>
              <a:gd name="adj1" fmla="val 16958553"/>
              <a:gd name="adj2" fmla="val 75038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B3A3032-56A7-08DC-DE03-EFA064163E36}"/>
              </a:ext>
            </a:extLst>
          </p:cNvPr>
          <p:cNvSpPr/>
          <p:nvPr/>
        </p:nvSpPr>
        <p:spPr>
          <a:xfrm>
            <a:off x="2199190" y="1631158"/>
            <a:ext cx="3275635" cy="2049591"/>
          </a:xfrm>
          <a:custGeom>
            <a:avLst/>
            <a:gdLst>
              <a:gd name="csX0" fmla="*/ 0 w 3275635"/>
              <a:gd name="csY0" fmla="*/ 2049591 h 2049591"/>
              <a:gd name="csX1" fmla="*/ 1342663 w 3275635"/>
              <a:gd name="csY1" fmla="*/ 463860 h 2049591"/>
              <a:gd name="csX2" fmla="*/ 3275635 w 3275635"/>
              <a:gd name="csY2" fmla="*/ 872 h 20495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75635" h="2049591">
                <a:moveTo>
                  <a:pt x="0" y="2049591"/>
                </a:moveTo>
                <a:cubicBezTo>
                  <a:pt x="166868" y="1647370"/>
                  <a:pt x="646252" y="886337"/>
                  <a:pt x="1342663" y="463860"/>
                </a:cubicBezTo>
                <a:cubicBezTo>
                  <a:pt x="2039074" y="41383"/>
                  <a:pt x="2825186" y="-7809"/>
                  <a:pt x="3275635" y="872"/>
                </a:cubicBezTo>
              </a:path>
            </a:pathLst>
          </a:custGeom>
          <a:noFill/>
          <a:ln w="19050">
            <a:solidFill>
              <a:schemeClr val="accent1">
                <a:lumMod val="50000"/>
                <a:alpha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B67A0E-48FD-3839-804D-0F20F8C0BB22}"/>
              </a:ext>
            </a:extLst>
          </p:cNvPr>
          <p:cNvCxnSpPr>
            <a:cxnSpLocks/>
          </p:cNvCxnSpPr>
          <p:nvPr/>
        </p:nvCxnSpPr>
        <p:spPr>
          <a:xfrm flipV="1">
            <a:off x="2867665" y="1866900"/>
            <a:ext cx="758979" cy="796196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CE6F67-9DC2-7750-9BEC-84BCA006C11D}"/>
              </a:ext>
            </a:extLst>
          </p:cNvPr>
          <p:cNvCxnSpPr>
            <a:cxnSpLocks/>
          </p:cNvCxnSpPr>
          <p:nvPr/>
        </p:nvCxnSpPr>
        <p:spPr>
          <a:xfrm>
            <a:off x="2867665" y="2663096"/>
            <a:ext cx="2373676" cy="112357"/>
          </a:xfrm>
          <a:prstGeom prst="straightConnector1">
            <a:avLst/>
          </a:prstGeom>
          <a:ln w="28575" cap="rnd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2809325" y="2603962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/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/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57" r="-62500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/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610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C9B2C4-FCE5-2296-8D58-7A2F8A91BFC0}"/>
              </a:ext>
            </a:extLst>
          </p:cNvPr>
          <p:cNvCxnSpPr>
            <a:cxnSpLocks/>
          </p:cNvCxnSpPr>
          <p:nvPr/>
        </p:nvCxnSpPr>
        <p:spPr>
          <a:xfrm>
            <a:off x="3039660" y="2599961"/>
            <a:ext cx="272659" cy="21467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ED8BE0-320D-E0D3-3684-5DFEE2522C3B}"/>
              </a:ext>
            </a:extLst>
          </p:cNvPr>
          <p:cNvCxnSpPr>
            <a:cxnSpLocks/>
          </p:cNvCxnSpPr>
          <p:nvPr/>
        </p:nvCxnSpPr>
        <p:spPr>
          <a:xfrm>
            <a:off x="3312319" y="2814638"/>
            <a:ext cx="350044" cy="1180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9A5716-ACC9-BF18-60A2-4484A120254A}"/>
              </a:ext>
            </a:extLst>
          </p:cNvPr>
          <p:cNvCxnSpPr>
            <a:cxnSpLocks/>
          </p:cNvCxnSpPr>
          <p:nvPr/>
        </p:nvCxnSpPr>
        <p:spPr>
          <a:xfrm>
            <a:off x="3662363" y="2932679"/>
            <a:ext cx="35004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ADCFB3-F5A8-69C9-8F48-641E9C1BEC04}"/>
              </a:ext>
            </a:extLst>
          </p:cNvPr>
          <p:cNvCxnSpPr>
            <a:cxnSpLocks/>
          </p:cNvCxnSpPr>
          <p:nvPr/>
        </p:nvCxnSpPr>
        <p:spPr>
          <a:xfrm flipV="1">
            <a:off x="4012407" y="2932679"/>
            <a:ext cx="33337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FD6FD-8622-3190-CBEC-5606E5FBC003}"/>
              </a:ext>
            </a:extLst>
          </p:cNvPr>
          <p:cNvCxnSpPr>
            <a:cxnSpLocks/>
          </p:cNvCxnSpPr>
          <p:nvPr/>
        </p:nvCxnSpPr>
        <p:spPr>
          <a:xfrm flipV="1">
            <a:off x="4345781" y="2845594"/>
            <a:ext cx="333374" cy="8708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26A5D7-747C-377C-A4D5-8D2D573872F9}"/>
              </a:ext>
            </a:extLst>
          </p:cNvPr>
          <p:cNvCxnSpPr>
            <a:cxnSpLocks/>
          </p:cNvCxnSpPr>
          <p:nvPr/>
        </p:nvCxnSpPr>
        <p:spPr>
          <a:xfrm flipV="1">
            <a:off x="4679155" y="2707299"/>
            <a:ext cx="295276" cy="138295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C3B8B4-9855-9FDF-F14F-081CEE1D51B6}"/>
              </a:ext>
            </a:extLst>
          </p:cNvPr>
          <p:cNvCxnSpPr>
            <a:cxnSpLocks/>
          </p:cNvCxnSpPr>
          <p:nvPr/>
        </p:nvCxnSpPr>
        <p:spPr>
          <a:xfrm flipV="1">
            <a:off x="4974431" y="2500901"/>
            <a:ext cx="325361" cy="206398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ECB20E-F8A0-C227-A017-F668D76DDC03}"/>
              </a:ext>
            </a:extLst>
          </p:cNvPr>
          <p:cNvCxnSpPr>
            <a:cxnSpLocks/>
          </p:cNvCxnSpPr>
          <p:nvPr/>
        </p:nvCxnSpPr>
        <p:spPr>
          <a:xfrm flipV="1">
            <a:off x="5299792" y="2274094"/>
            <a:ext cx="295276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54146F-7348-56CD-D6D0-3B8BEBC2275B}"/>
              </a:ext>
            </a:extLst>
          </p:cNvPr>
          <p:cNvCxnSpPr>
            <a:cxnSpLocks/>
          </p:cNvCxnSpPr>
          <p:nvPr/>
        </p:nvCxnSpPr>
        <p:spPr>
          <a:xfrm flipV="1">
            <a:off x="5595068" y="2047287"/>
            <a:ext cx="325361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A6D79A-51E6-0C62-4A6B-037DB8D2A3E3}"/>
              </a:ext>
            </a:extLst>
          </p:cNvPr>
          <p:cNvCxnSpPr>
            <a:cxnSpLocks/>
          </p:cNvCxnSpPr>
          <p:nvPr/>
        </p:nvCxnSpPr>
        <p:spPr>
          <a:xfrm flipV="1">
            <a:off x="5920429" y="1843088"/>
            <a:ext cx="325361" cy="20419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361299-8CAC-34EE-6085-400B7776EEDD}"/>
              </a:ext>
            </a:extLst>
          </p:cNvPr>
          <p:cNvCxnSpPr>
            <a:cxnSpLocks/>
          </p:cNvCxnSpPr>
          <p:nvPr/>
        </p:nvCxnSpPr>
        <p:spPr>
          <a:xfrm flipV="1">
            <a:off x="6245790" y="1674019"/>
            <a:ext cx="300266" cy="16906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5EF9D-1F6F-4899-A441-2864E408E577}"/>
              </a:ext>
            </a:extLst>
          </p:cNvPr>
          <p:cNvCxnSpPr>
            <a:cxnSpLocks/>
          </p:cNvCxnSpPr>
          <p:nvPr/>
        </p:nvCxnSpPr>
        <p:spPr>
          <a:xfrm flipV="1">
            <a:off x="6546056" y="1531144"/>
            <a:ext cx="325361" cy="14287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5B5524-A10B-8063-DA90-7EEEE6780FE7}"/>
              </a:ext>
            </a:extLst>
          </p:cNvPr>
          <p:cNvCxnSpPr>
            <a:cxnSpLocks/>
          </p:cNvCxnSpPr>
          <p:nvPr/>
        </p:nvCxnSpPr>
        <p:spPr>
          <a:xfrm flipV="1">
            <a:off x="6871417" y="1414463"/>
            <a:ext cx="325361" cy="11668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E204BF-90BA-DE73-66A2-93228726D3E3}"/>
              </a:ext>
            </a:extLst>
          </p:cNvPr>
          <p:cNvCxnSpPr>
            <a:cxnSpLocks/>
          </p:cNvCxnSpPr>
          <p:nvPr/>
        </p:nvCxnSpPr>
        <p:spPr>
          <a:xfrm flipV="1">
            <a:off x="7202090" y="1356122"/>
            <a:ext cx="328018" cy="583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F65C57-1F65-BB7C-30EA-89005B41A309}"/>
              </a:ext>
            </a:extLst>
          </p:cNvPr>
          <p:cNvCxnSpPr>
            <a:cxnSpLocks/>
          </p:cNvCxnSpPr>
          <p:nvPr/>
        </p:nvCxnSpPr>
        <p:spPr>
          <a:xfrm flipV="1">
            <a:off x="7530108" y="1327009"/>
            <a:ext cx="328018" cy="29113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val 4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4012407" y="574930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2964519" y="252831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val 48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7858126" y="12922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43" idx="1"/>
            <a:endCxn id="45" idx="4"/>
          </p:cNvCxnSpPr>
          <p:nvPr/>
        </p:nvCxnSpPr>
        <p:spPr>
          <a:xfrm flipH="1" flipV="1">
            <a:off x="3002090" y="2603453"/>
            <a:ext cx="1021321" cy="31568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6547002-4623-6CB2-9989-110C2DD4A38E}"/>
              </a:ext>
            </a:extLst>
          </p:cNvPr>
          <p:cNvCxnSpPr>
            <a:cxnSpLocks/>
          </p:cNvCxnSpPr>
          <p:nvPr/>
        </p:nvCxnSpPr>
        <p:spPr>
          <a:xfrm flipV="1">
            <a:off x="4674165" y="1807670"/>
            <a:ext cx="846790" cy="1037924"/>
          </a:xfrm>
          <a:prstGeom prst="straightConnector1">
            <a:avLst/>
          </a:prstGeom>
          <a:ln w="28575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076544" y="1356430"/>
            <a:ext cx="3792586" cy="44038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DD39794-AF92-D573-91D0-39C1B3A4D7C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49978" y="2868542"/>
            <a:ext cx="624187" cy="2880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538" r="-2115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/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blipFill>
                <a:blip r:embed="rId7"/>
                <a:stretch>
                  <a:fillRect l="-13333" r="-2666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/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blipFill>
                <a:blip r:embed="rId8"/>
                <a:stretch>
                  <a:fillRect l="-18000" t="-2000" r="-22000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/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l="-25000" r="-5535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99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3082835" y="1767840"/>
            <a:ext cx="2917372" cy="1767840"/>
          </a:xfrm>
          <a:custGeom>
            <a:avLst/>
            <a:gdLst>
              <a:gd name="connsiteX0" fmla="*/ 48590 w 2965962"/>
              <a:gd name="connsiteY0" fmla="*/ 1767840 h 1767840"/>
              <a:gd name="connsiteX1" fmla="*/ 396933 w 2965962"/>
              <a:gd name="connsiteY1" fmla="*/ 1036320 h 1767840"/>
              <a:gd name="connsiteX2" fmla="*/ 2965962 w 2965962"/>
              <a:gd name="connsiteY2" fmla="*/ 0 h 1767840"/>
              <a:gd name="connsiteX0" fmla="*/ 3859 w 2921231"/>
              <a:gd name="connsiteY0" fmla="*/ 1767840 h 1767840"/>
              <a:gd name="connsiteX1" fmla="*/ 1292727 w 2921231"/>
              <a:gd name="connsiteY1" fmla="*/ 644435 h 1767840"/>
              <a:gd name="connsiteX2" fmla="*/ 2921231 w 2921231"/>
              <a:gd name="connsiteY2" fmla="*/ 0 h 1767840"/>
              <a:gd name="connsiteX0" fmla="*/ 7179 w 2924551"/>
              <a:gd name="connsiteY0" fmla="*/ 1767840 h 1767840"/>
              <a:gd name="connsiteX1" fmla="*/ 1296047 w 2924551"/>
              <a:gd name="connsiteY1" fmla="*/ 644435 h 1767840"/>
              <a:gd name="connsiteX2" fmla="*/ 2924551 w 2924551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149531 w 2917372"/>
              <a:gd name="connsiteY1" fmla="*/ 818606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17372" h="1767840">
                <a:moveTo>
                  <a:pt x="0" y="1767840"/>
                </a:moveTo>
                <a:cubicBezTo>
                  <a:pt x="157480" y="1218475"/>
                  <a:pt x="497838" y="991326"/>
                  <a:pt x="1541417" y="783771"/>
                </a:cubicBezTo>
                <a:cubicBezTo>
                  <a:pt x="2584996" y="576216"/>
                  <a:pt x="2633617" y="431800"/>
                  <a:pt x="2917372" y="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3036909" y="352653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5979796" y="170377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786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5588658" y="471407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13" idx="1"/>
            <a:endCxn id="3" idx="5"/>
          </p:cNvCxnSpPr>
          <p:nvPr/>
        </p:nvCxnSpPr>
        <p:spPr>
          <a:xfrm flipH="1" flipV="1">
            <a:off x="3101046" y="3590669"/>
            <a:ext cx="2498616" cy="11344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13" idx="0"/>
            <a:endCxn id="5" idx="4"/>
          </p:cNvCxnSpPr>
          <p:nvPr/>
        </p:nvCxnSpPr>
        <p:spPr>
          <a:xfrm flipV="1">
            <a:off x="5626229" y="1778914"/>
            <a:ext cx="391138" cy="29351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321" r="-20755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</p:cNvCxnSpPr>
          <p:nvPr/>
        </p:nvCxnSpPr>
        <p:spPr>
          <a:xfrm flipV="1">
            <a:off x="4471886" y="2482215"/>
            <a:ext cx="475399" cy="100432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 flipV="1">
            <a:off x="4470637" y="1760220"/>
            <a:ext cx="663338" cy="826922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18182" r="-6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blipFill>
                <a:blip r:embed="rId8"/>
                <a:stretch>
                  <a:fillRect l="-16667" t="-2000" r="-1851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22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4407239" y="25281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49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23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Asus</cp:lastModifiedBy>
  <cp:revision>33</cp:revision>
  <dcterms:created xsi:type="dcterms:W3CDTF">2026-10-03T06:14:03Z</dcterms:created>
  <dcterms:modified xsi:type="dcterms:W3CDTF">2026-10-12T09:31:14Z</dcterms:modified>
</cp:coreProperties>
</file>