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75" d="100"/>
          <a:sy n="75" d="100"/>
        </p:scale>
        <p:origin x="39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1.jpe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2.png"/><Relationship Id="rId5" Type="http://schemas.openxmlformats.org/officeDocument/2006/relationships/image" Target="../media/image4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3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4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Straight Arrow Connector 54"/>
          <p:cNvCxnSpPr/>
          <p:nvPr/>
        </p:nvCxnSpPr>
        <p:spPr>
          <a:xfrm>
            <a:off x="2659380" y="4899660"/>
            <a:ext cx="325374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657348" y="4094480"/>
            <a:ext cx="0" cy="8422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549648" y="4099560"/>
            <a:ext cx="0" cy="48006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5919216" y="2334768"/>
            <a:ext cx="0" cy="260299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endCxn id="28" idx="3"/>
          </p:cNvCxnSpPr>
          <p:nvPr/>
        </p:nvCxnSpPr>
        <p:spPr>
          <a:xfrm flipV="1">
            <a:off x="4547235" y="2371191"/>
            <a:ext cx="1343468" cy="170931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endCxn id="28" idx="3"/>
          </p:cNvCxnSpPr>
          <p:nvPr/>
        </p:nvCxnSpPr>
        <p:spPr>
          <a:xfrm flipV="1">
            <a:off x="2655570" y="2371191"/>
            <a:ext cx="3235133" cy="173979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67765" y="914400"/>
            <a:ext cx="6088380" cy="4684157"/>
            <a:chOff x="1167765" y="914400"/>
            <a:chExt cx="6088380" cy="4684157"/>
          </a:xfrm>
        </p:grpSpPr>
        <p:grpSp>
          <p:nvGrpSpPr>
            <p:cNvPr id="10" name="Group 9"/>
            <p:cNvGrpSpPr/>
            <p:nvPr/>
          </p:nvGrpSpPr>
          <p:grpSpPr>
            <a:xfrm>
              <a:off x="1167765" y="1045031"/>
              <a:ext cx="6088380" cy="4321354"/>
              <a:chOff x="1167765" y="1045031"/>
              <a:chExt cx="6088380" cy="4321354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/>
              <p:cNvCxnSpPr/>
              <p:nvPr/>
            </p:nvCxnSpPr>
            <p:spPr>
              <a:xfrm flipH="1">
                <a:off x="2655027" y="4111265"/>
                <a:ext cx="4601118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6667" r="-22222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7907" r="-23256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5581" r="-2558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/>
          <p:cNvGrpSpPr/>
          <p:nvPr/>
        </p:nvGrpSpPr>
        <p:grpSpPr>
          <a:xfrm>
            <a:off x="3057525" y="914400"/>
            <a:ext cx="5241034" cy="4684157"/>
            <a:chOff x="2722245" y="914400"/>
            <a:chExt cx="5241034" cy="4684157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4223655" y="1702524"/>
              <a:ext cx="1062446" cy="0"/>
            </a:xfrm>
            <a:prstGeom prst="straightConnector1">
              <a:avLst/>
            </a:prstGeom>
            <a:ln w="28575" cap="rnd">
              <a:solidFill>
                <a:srgbClr val="FF0000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/>
            <p:cNvGrpSpPr/>
            <p:nvPr/>
          </p:nvGrpSpPr>
          <p:grpSpPr>
            <a:xfrm>
              <a:off x="2722245" y="1014552"/>
              <a:ext cx="5172075" cy="4321354"/>
              <a:chOff x="1167765" y="1045031"/>
              <a:chExt cx="5172075" cy="4321354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 flipH="1">
                <a:off x="2655027" y="4111265"/>
                <a:ext cx="3684813" cy="0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4138" t="-1667" r="-24138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3636" t="-1639" r="-23636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3636" t="-1667" r="-25455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859655" y="1323975"/>
                  <a:ext cx="245708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9655" y="1323975"/>
                  <a:ext cx="245708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75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Oval 27"/>
          <p:cNvSpPr/>
          <p:nvPr/>
        </p:nvSpPr>
        <p:spPr>
          <a:xfrm>
            <a:off x="5876834" y="2290354"/>
            <a:ext cx="94706" cy="9470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6018530" y="2028825"/>
                <a:ext cx="26718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530" y="2028825"/>
                <a:ext cx="267188" cy="369332"/>
              </a:xfrm>
              <a:prstGeom prst="rect">
                <a:avLst/>
              </a:prstGeom>
              <a:blipFill>
                <a:blip r:embed="rId11"/>
                <a:stretch>
                  <a:fillRect l="-25000" r="-25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4043680" y="2895600"/>
                <a:ext cx="2340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80" y="2895600"/>
                <a:ext cx="234038" cy="369332"/>
              </a:xfrm>
              <a:prstGeom prst="rect">
                <a:avLst/>
              </a:prstGeom>
              <a:blipFill>
                <a:blip r:embed="rId12"/>
                <a:stretch>
                  <a:fillRect l="-17949" r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008880" y="2895600"/>
                <a:ext cx="3141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880" y="2895600"/>
                <a:ext cx="314189" cy="369332"/>
              </a:xfrm>
              <a:prstGeom prst="rect">
                <a:avLst/>
              </a:prstGeom>
              <a:blipFill>
                <a:blip r:embed="rId13"/>
                <a:stretch>
                  <a:fillRect l="-13725" t="-1639" r="-27451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/>
          <p:cNvCxnSpPr/>
          <p:nvPr/>
        </p:nvCxnSpPr>
        <p:spPr>
          <a:xfrm>
            <a:off x="4556760" y="4533900"/>
            <a:ext cx="1356360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2665095" y="4533900"/>
            <a:ext cx="187452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5077968" y="431292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968" y="4312920"/>
                <a:ext cx="339852" cy="369332"/>
              </a:xfrm>
              <a:prstGeom prst="rect">
                <a:avLst/>
              </a:prstGeom>
              <a:blipFill>
                <a:blip r:embed="rId14"/>
                <a:stretch>
                  <a:fillRect l="-19643" t="-1667" r="-1964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4277868" y="467868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868" y="4678680"/>
                <a:ext cx="33985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/>
              <p:cNvSpPr txBox="1"/>
              <p:nvPr/>
            </p:nvSpPr>
            <p:spPr>
              <a:xfrm>
                <a:off x="3332988" y="431292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𝑣𝑡</m:t>
                      </m:r>
                    </m:oMath>
                  </m:oMathPara>
                </a14:m>
                <a:endParaRPr lang="en-US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988" y="4312920"/>
                <a:ext cx="339852" cy="369332"/>
              </a:xfrm>
              <a:prstGeom prst="rect">
                <a:avLst/>
              </a:prstGeom>
              <a:blipFill>
                <a:blip r:embed="rId16"/>
                <a:stretch>
                  <a:fillRect l="-21429" r="-19643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blipFill>
                <a:blip r:embed="rId17"/>
                <a:stretch>
                  <a:fillRect l="-32432" r="-2973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blipFill>
                <a:blip r:embed="rId18"/>
                <a:stretch>
                  <a:fillRect l="-52632" t="-1639" r="-50000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67765" y="914400"/>
            <a:ext cx="5165339" cy="4684157"/>
            <a:chOff x="1167765" y="914400"/>
            <a:chExt cx="5165339" cy="4684157"/>
          </a:xfrm>
        </p:grpSpPr>
        <p:grpSp>
          <p:nvGrpSpPr>
            <p:cNvPr id="41" name="Group 40"/>
            <p:cNvGrpSpPr/>
            <p:nvPr/>
          </p:nvGrpSpPr>
          <p:grpSpPr>
            <a:xfrm>
              <a:off x="1167765" y="914400"/>
              <a:ext cx="5165339" cy="4684157"/>
              <a:chOff x="1167765" y="914400"/>
              <a:chExt cx="5165339" cy="4684157"/>
            </a:xfrm>
          </p:grpSpPr>
          <p:grpSp>
            <p:nvGrpSpPr>
              <p:cNvPr id="10" name="Group 9"/>
              <p:cNvGrpSpPr/>
              <p:nvPr/>
            </p:nvGrpSpPr>
            <p:grpSpPr>
              <a:xfrm>
                <a:off x="1167765" y="1045031"/>
                <a:ext cx="5114163" cy="4321354"/>
                <a:chOff x="1167765" y="1045031"/>
                <a:chExt cx="5114163" cy="4321354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flipH="1">
                  <a:off x="2655027" y="4111265"/>
                  <a:ext cx="3626901" cy="0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/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2323338" y="3787521"/>
                    <a:ext cx="284822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7" name="TextBox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3338" y="3787521"/>
                    <a:ext cx="28482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404" r="-23404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/>
                  <p:cNvSpPr txBox="1"/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9" name="TextBox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667" r="-22222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/>
                  <p:cNvSpPr txBox="1"/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7907" r="-23256" b="-491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/>
                  <p:cNvSpPr txBox="1"/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81" r="-25581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/>
                <p:cNvSpPr txBox="1"/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3" name="TextBox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432" r="-29730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/>
          <p:cNvGrpSpPr/>
          <p:nvPr/>
        </p:nvGrpSpPr>
        <p:grpSpPr>
          <a:xfrm>
            <a:off x="2111121" y="914400"/>
            <a:ext cx="5241034" cy="4684157"/>
            <a:chOff x="3057525" y="914400"/>
            <a:chExt cx="5241034" cy="4684157"/>
          </a:xfrm>
        </p:grpSpPr>
        <p:grpSp>
          <p:nvGrpSpPr>
            <p:cNvPr id="37" name="Group 36"/>
            <p:cNvGrpSpPr/>
            <p:nvPr/>
          </p:nvGrpSpPr>
          <p:grpSpPr>
            <a:xfrm>
              <a:off x="3057525" y="914400"/>
              <a:ext cx="5241034" cy="4684157"/>
              <a:chOff x="2722245" y="914400"/>
              <a:chExt cx="5241034" cy="4684157"/>
            </a:xfrm>
          </p:grpSpPr>
          <p:cxnSp>
            <p:nvCxnSpPr>
              <p:cNvPr id="16" name="Straight Arrow Connector 15"/>
              <p:cNvCxnSpPr/>
              <p:nvPr/>
            </p:nvCxnSpPr>
            <p:spPr>
              <a:xfrm>
                <a:off x="4223655" y="1702524"/>
                <a:ext cx="1062446" cy="0"/>
              </a:xfrm>
              <a:prstGeom prst="straightConnector1">
                <a:avLst/>
              </a:prstGeom>
              <a:ln w="28575" cap="rnd">
                <a:solidFill>
                  <a:srgbClr val="FF0000"/>
                </a:solidFill>
                <a:round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 10"/>
              <p:cNvGrpSpPr/>
              <p:nvPr/>
            </p:nvGrpSpPr>
            <p:grpSpPr>
              <a:xfrm>
                <a:off x="2722245" y="1014552"/>
                <a:ext cx="5172075" cy="4321354"/>
                <a:chOff x="1167765" y="1045031"/>
                <a:chExt cx="5172075" cy="4321354"/>
              </a:xfrm>
            </p:grpSpPr>
            <p:cxnSp>
              <p:nvCxnSpPr>
                <p:cNvPr id="12" name="Straight Connector 11"/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/>
                <p:cNvCxnSpPr/>
                <p:nvPr/>
              </p:nvCxnSpPr>
              <p:spPr>
                <a:xfrm flipH="1">
                  <a:off x="2655027" y="4111265"/>
                  <a:ext cx="3684813" cy="0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/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/>
                  <p:cNvSpPr txBox="1"/>
                  <p:nvPr/>
                </p:nvSpPr>
                <p:spPr>
                  <a:xfrm>
                    <a:off x="3851529" y="3778377"/>
                    <a:ext cx="35747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51529" y="3778377"/>
                    <a:ext cx="3574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4138" t="-1667" r="-24138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/>
                  <p:cNvSpPr txBox="1"/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0" name="TextBox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2807" t="-1639" r="-2280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/>
                  <p:cNvSpPr txBox="1"/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1" name="TextBox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5455" t="-1639" r="-23636" b="-81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/>
                  <p:cNvSpPr txBox="1"/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3636" t="-1667" r="-25455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/>
                  <p:cNvSpPr txBox="1"/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/>
                <p:cNvSpPr txBox="1"/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4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54054" t="-1639" r="-54054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Can 3"/>
          <p:cNvSpPr/>
          <p:nvPr/>
        </p:nvSpPr>
        <p:spPr>
          <a:xfrm rot="-3360000">
            <a:off x="5501639" y="2136141"/>
            <a:ext cx="152400" cy="1668780"/>
          </a:xfrm>
          <a:prstGeom prst="can">
            <a:avLst>
              <a:gd name="adj" fmla="val 54402"/>
            </a:avLst>
          </a:prstGeom>
          <a:blipFill>
            <a:blip r:embed="rId13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630674" y="2147316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674" y="2147316"/>
                <a:ext cx="229362" cy="369332"/>
              </a:xfrm>
              <a:prstGeom prst="rect">
                <a:avLst/>
              </a:prstGeom>
              <a:blipFill>
                <a:blip r:embed="rId14"/>
                <a:stretch>
                  <a:fillRect l="-40541" r="-4054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6319266" y="3323844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266" y="3323844"/>
                <a:ext cx="229362" cy="369332"/>
              </a:xfrm>
              <a:prstGeom prst="rect">
                <a:avLst/>
              </a:prstGeom>
              <a:blipFill>
                <a:blip r:embed="rId15"/>
                <a:stretch>
                  <a:fillRect l="-43243" r="-4054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371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C346-5792-7D0C-002A-8924987E8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EDB7B7F-193E-F7A0-C7E2-EC6EE3AE0E72}"/>
              </a:ext>
            </a:extLst>
          </p:cNvPr>
          <p:cNvGrpSpPr/>
          <p:nvPr/>
        </p:nvGrpSpPr>
        <p:grpSpPr>
          <a:xfrm>
            <a:off x="1167765" y="914400"/>
            <a:ext cx="5165339" cy="4684157"/>
            <a:chOff x="1167765" y="914400"/>
            <a:chExt cx="5165339" cy="468415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F63EAE6-ECDA-6176-5249-CDF597F8A1E3}"/>
                </a:ext>
              </a:extLst>
            </p:cNvPr>
            <p:cNvGrpSpPr/>
            <p:nvPr/>
          </p:nvGrpSpPr>
          <p:grpSpPr>
            <a:xfrm>
              <a:off x="1167765" y="914400"/>
              <a:ext cx="5165339" cy="4684157"/>
              <a:chOff x="1167765" y="914400"/>
              <a:chExt cx="5165339" cy="4684157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A98AC938-976C-2482-C25E-92663045F437}"/>
                  </a:ext>
                </a:extLst>
              </p:cNvPr>
              <p:cNvGrpSpPr/>
              <p:nvPr/>
            </p:nvGrpSpPr>
            <p:grpSpPr>
              <a:xfrm>
                <a:off x="1167765" y="1045031"/>
                <a:ext cx="5114163" cy="4321354"/>
                <a:chOff x="1167765" y="1045031"/>
                <a:chExt cx="5114163" cy="4321354"/>
              </a:xfrm>
            </p:grpSpPr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DA394A0B-9900-D02C-A8C0-7CF3466FFF34}"/>
                    </a:ext>
                  </a:extLst>
                </p:cNvPr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9FFAAF3-EB2C-07B4-52B1-E6251A9690CB}"/>
                    </a:ext>
                  </a:extLst>
                </p:cNvPr>
                <p:cNvCxnSpPr/>
                <p:nvPr/>
              </p:nvCxnSpPr>
              <p:spPr>
                <a:xfrm flipH="1">
                  <a:off x="2655027" y="4111265"/>
                  <a:ext cx="3626901" cy="0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E9A58765-430B-757E-EE79-24564FB49791}"/>
                    </a:ext>
                  </a:extLst>
                </p:cNvPr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37F904C-3186-029E-FBAD-9ADE0EFB3986}"/>
                      </a:ext>
                    </a:extLst>
                  </p:cNvPr>
                  <p:cNvSpPr txBox="1"/>
                  <p:nvPr/>
                </p:nvSpPr>
                <p:spPr>
                  <a:xfrm>
                    <a:off x="2594801" y="4120900"/>
                    <a:ext cx="2848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37F904C-3186-029E-FBAD-9ADE0EFB39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94801" y="4120900"/>
                    <a:ext cx="28482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6087" r="-23913" b="-491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E31DF62-0FBF-D92D-A8AF-0F650E35ED9C}"/>
                      </a:ext>
                    </a:extLst>
                  </p:cNvPr>
                  <p:cNvSpPr txBox="1"/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E31DF62-0FBF-D92D-A8AF-0F650E35ED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667" r="-22222" b="-655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36648FD-9AEC-AF83-B35F-FC650E6A8EBF}"/>
                      </a:ext>
                    </a:extLst>
                  </p:cNvPr>
                  <p:cNvSpPr txBox="1"/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36648FD-9AEC-AF83-B35F-FC650E6A8E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7907" r="-23256" b="-491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A4ED895-32F0-DBD9-1BEC-CA8CBE70468D}"/>
                      </a:ext>
                    </a:extLst>
                  </p:cNvPr>
                  <p:cNvSpPr txBox="1"/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A4ED895-32F0-DBD9-1BEC-CA8CBE7046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81" r="-25581" b="-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1047548-CE4B-AC41-DD75-857735707EEF}"/>
                    </a:ext>
                  </a:extLst>
                </p:cNvPr>
                <p:cNvSpPr txBox="1"/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1047548-CE4B-AC41-DD75-857735707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432" r="-29730"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A8001DD-A58E-5BC7-92E8-F3AC6A742235}"/>
              </a:ext>
            </a:extLst>
          </p:cNvPr>
          <p:cNvGrpSpPr/>
          <p:nvPr/>
        </p:nvGrpSpPr>
        <p:grpSpPr>
          <a:xfrm>
            <a:off x="2481521" y="914400"/>
            <a:ext cx="5241034" cy="4684157"/>
            <a:chOff x="3057525" y="914400"/>
            <a:chExt cx="5241034" cy="468415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CF7633-E67B-3597-2E81-2FF710E5F178}"/>
                </a:ext>
              </a:extLst>
            </p:cNvPr>
            <p:cNvGrpSpPr/>
            <p:nvPr/>
          </p:nvGrpSpPr>
          <p:grpSpPr>
            <a:xfrm>
              <a:off x="3057525" y="914400"/>
              <a:ext cx="5241034" cy="4684157"/>
              <a:chOff x="2722245" y="914400"/>
              <a:chExt cx="5241034" cy="4684157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EC2C40E2-FB76-D811-520A-84A248F06681}"/>
                  </a:ext>
                </a:extLst>
              </p:cNvPr>
              <p:cNvCxnSpPr/>
              <p:nvPr/>
            </p:nvCxnSpPr>
            <p:spPr>
              <a:xfrm>
                <a:off x="4223655" y="1702524"/>
                <a:ext cx="1062446" cy="0"/>
              </a:xfrm>
              <a:prstGeom prst="straightConnector1">
                <a:avLst/>
              </a:prstGeom>
              <a:ln w="28575" cap="rnd">
                <a:solidFill>
                  <a:srgbClr val="FF0000"/>
                </a:solidFill>
                <a:round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727D00F-412A-FF24-F903-B91A9F98DDAD}"/>
                  </a:ext>
                </a:extLst>
              </p:cNvPr>
              <p:cNvGrpSpPr/>
              <p:nvPr/>
            </p:nvGrpSpPr>
            <p:grpSpPr>
              <a:xfrm>
                <a:off x="2722245" y="1014552"/>
                <a:ext cx="5172075" cy="4321354"/>
                <a:chOff x="1167765" y="1045031"/>
                <a:chExt cx="5172075" cy="4321354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84D5D3FE-75CF-55C6-F387-C36A59313014}"/>
                    </a:ext>
                  </a:extLst>
                </p:cNvPr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5B2F9110-A469-B4E3-4702-751F8AA2E92A}"/>
                    </a:ext>
                  </a:extLst>
                </p:cNvPr>
                <p:cNvCxnSpPr/>
                <p:nvPr/>
              </p:nvCxnSpPr>
              <p:spPr>
                <a:xfrm flipH="1">
                  <a:off x="2655027" y="4111265"/>
                  <a:ext cx="3684813" cy="0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2A1E375-BF28-9ADF-CBD1-90DA8CC25E33}"/>
                    </a:ext>
                  </a:extLst>
                </p:cNvPr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11BD51C-D983-B8E3-D2CD-495E0357DFD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5852" y="4124134"/>
                    <a:ext cx="35747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11BD51C-D983-B8E3-D2CD-495E0357DF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5852" y="4124134"/>
                    <a:ext cx="3574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4138" t="-1667" r="-24138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356A1E3-27DA-C405-2B36-4ECB7D862D1F}"/>
                      </a:ext>
                    </a:extLst>
                  </p:cNvPr>
                  <p:cNvSpPr txBox="1"/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356A1E3-27DA-C405-2B36-4ECB7D862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4561" t="-1639" r="-2280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0317FD9-B67C-60E6-3E9A-4D528119CBF3}"/>
                      </a:ext>
                    </a:extLst>
                  </p:cNvPr>
                  <p:cNvSpPr txBox="1"/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0317FD9-B67C-60E6-3E9A-4D528119C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5926" t="-1639" r="-25926" b="-8197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57C3A3F-26A4-5FF4-BB70-6C68F338FEC6}"/>
                      </a:ext>
                    </a:extLst>
                  </p:cNvPr>
                  <p:cNvSpPr txBox="1"/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57C3A3F-26A4-5FF4-BB70-6C68F338FE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5926" t="-1667" r="-25926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1BE2E83-CEEA-4C84-9B2F-99461ECE73E4}"/>
                      </a:ext>
                    </a:extLst>
                  </p:cNvPr>
                  <p:cNvSpPr txBox="1"/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1BE2E83-CEEA-4C84-9B2F-99461ECE73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E79290D8-DCC5-09DC-2BF7-1E9CC4E25514}"/>
                    </a:ext>
                  </a:extLst>
                </p:cNvPr>
                <p:cNvSpPr txBox="1"/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E79290D8-DCC5-09DC-2BF7-1E9CC4E255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50000" t="-1639" r="-52632" b="-9836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AC6538-5088-5680-5581-9B1E973B6052}"/>
              </a:ext>
            </a:extLst>
          </p:cNvPr>
          <p:cNvGrpSpPr/>
          <p:nvPr/>
        </p:nvGrpSpPr>
        <p:grpSpPr>
          <a:xfrm rot="20675807">
            <a:off x="4876531" y="2478065"/>
            <a:ext cx="1276668" cy="1066545"/>
            <a:chOff x="4324032" y="2886625"/>
            <a:chExt cx="1276668" cy="1066545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DCD885-4BD6-FF2B-98C1-E6E1FF9189AD}"/>
                </a:ext>
              </a:extLst>
            </p:cNvPr>
            <p:cNvCxnSpPr>
              <a:cxnSpLocks/>
              <a:stCxn id="9" idx="5"/>
            </p:cNvCxnSpPr>
            <p:nvPr/>
          </p:nvCxnSpPr>
          <p:spPr>
            <a:xfrm>
              <a:off x="4507841" y="3070434"/>
              <a:ext cx="1092859" cy="882736"/>
            </a:xfrm>
            <a:prstGeom prst="straightConnector1">
              <a:avLst/>
            </a:prstGeom>
            <a:ln w="28575" cap="rnd">
              <a:solidFill>
                <a:schemeClr val="tx1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4324032" y="2886625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1AD44EE-1940-823D-DF55-1F0DD91C8DFD}"/>
              </a:ext>
            </a:extLst>
          </p:cNvPr>
          <p:cNvGrpSpPr/>
          <p:nvPr/>
        </p:nvGrpSpPr>
        <p:grpSpPr>
          <a:xfrm>
            <a:off x="2276856" y="3444864"/>
            <a:ext cx="1048368" cy="983479"/>
            <a:chOff x="2276856" y="3444864"/>
            <a:chExt cx="1048368" cy="98347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009C445-42CD-FC69-5EEE-3BE07C6B04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5911" y="3444864"/>
              <a:ext cx="0" cy="667026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9D5C32C-E9AA-2D3F-5AE3-E3491DA03CA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2991711" y="3779522"/>
              <a:ext cx="0" cy="667026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EC1E49-0FA2-8438-A6B8-A8E21C7E5E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6856" y="4110448"/>
              <a:ext cx="378853" cy="317895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F38CD48-69EC-CFA0-3EE6-19F53C6F8874}"/>
              </a:ext>
            </a:extLst>
          </p:cNvPr>
          <p:cNvGrpSpPr/>
          <p:nvPr/>
        </p:nvGrpSpPr>
        <p:grpSpPr>
          <a:xfrm>
            <a:off x="3598087" y="3414973"/>
            <a:ext cx="1048368" cy="983479"/>
            <a:chOff x="2276856" y="3444864"/>
            <a:chExt cx="1048368" cy="98347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13D1556-3398-F2C2-4505-7A3D4E1DC1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5911" y="3444864"/>
              <a:ext cx="0" cy="667026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7A4A9FE-BA5A-4AA4-8B05-B113A51C775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2991711" y="3779522"/>
              <a:ext cx="0" cy="667026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72105C04-F9F9-ADBE-EC4F-28B1FAA7DC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6856" y="4110448"/>
              <a:ext cx="378853" cy="317895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6324FF-0C2C-7B67-3318-DB0137AB6E4F}"/>
                  </a:ext>
                </a:extLst>
              </p:cNvPr>
              <p:cNvSpPr txBox="1"/>
              <p:nvPr/>
            </p:nvSpPr>
            <p:spPr>
              <a:xfrm>
                <a:off x="3093594" y="3709324"/>
                <a:ext cx="24173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6324FF-0C2C-7B67-3318-DB0137AB6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3594" y="3709324"/>
                <a:ext cx="241733" cy="369332"/>
              </a:xfrm>
              <a:prstGeom prst="rect">
                <a:avLst/>
              </a:prstGeom>
              <a:blipFill>
                <a:blip r:embed="rId13"/>
                <a:stretch>
                  <a:fillRect l="-15000" t="-16393" r="-77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DF7251-B024-E05C-D944-4E352E00662B}"/>
                  </a:ext>
                </a:extLst>
              </p:cNvPr>
              <p:cNvSpPr txBox="1"/>
              <p:nvPr/>
            </p:nvSpPr>
            <p:spPr>
              <a:xfrm>
                <a:off x="2107745" y="4042710"/>
                <a:ext cx="22326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DF7251-B024-E05C-D944-4E352E006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745" y="4042710"/>
                <a:ext cx="223266" cy="369332"/>
              </a:xfrm>
              <a:prstGeom prst="rect">
                <a:avLst/>
              </a:prstGeom>
              <a:blipFill>
                <a:blip r:embed="rId14"/>
                <a:stretch>
                  <a:fillRect l="-19444" t="-16393" r="-130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3AE221-CD0F-0523-CC90-66833C290F53}"/>
                  </a:ext>
                </a:extLst>
              </p:cNvPr>
              <p:cNvSpPr txBox="1"/>
              <p:nvPr/>
            </p:nvSpPr>
            <p:spPr>
              <a:xfrm>
                <a:off x="2383978" y="3256884"/>
                <a:ext cx="24570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3AE221-CD0F-0523-CC90-66833C290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8" y="3256884"/>
                <a:ext cx="245708" cy="369332"/>
              </a:xfrm>
              <a:prstGeom prst="rect">
                <a:avLst/>
              </a:prstGeom>
              <a:blipFill>
                <a:blip r:embed="rId15"/>
                <a:stretch>
                  <a:fillRect l="-30000" t="-16393" r="-80000" b="-245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0E71D4-2D89-6639-317D-BBD324E4A68C}"/>
                  </a:ext>
                </a:extLst>
              </p:cNvPr>
              <p:cNvSpPr txBox="1"/>
              <p:nvPr/>
            </p:nvSpPr>
            <p:spPr>
              <a:xfrm>
                <a:off x="4397013" y="3667940"/>
                <a:ext cx="32188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0E71D4-2D89-6639-317D-BBD324E4A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013" y="3667940"/>
                <a:ext cx="321883" cy="369332"/>
              </a:xfrm>
              <a:prstGeom prst="rect">
                <a:avLst/>
              </a:prstGeom>
              <a:blipFill>
                <a:blip r:embed="rId16"/>
                <a:stretch>
                  <a:fillRect l="-11321" t="-18333" r="-58491" b="-1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181F2F0-172A-0723-5CD7-AFD21F495469}"/>
                  </a:ext>
                </a:extLst>
              </p:cNvPr>
              <p:cNvSpPr txBox="1"/>
              <p:nvPr/>
            </p:nvSpPr>
            <p:spPr>
              <a:xfrm>
                <a:off x="3328614" y="4121984"/>
                <a:ext cx="3034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181F2F0-172A-0723-5CD7-AFD21F495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614" y="4121984"/>
                <a:ext cx="303416" cy="369332"/>
              </a:xfrm>
              <a:prstGeom prst="rect">
                <a:avLst/>
              </a:prstGeom>
              <a:blipFill>
                <a:blip r:embed="rId17"/>
                <a:stretch>
                  <a:fillRect l="-12000" t="-16393" r="-96000" b="-98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30F5BE-669A-F146-9710-C6A00BAE7FC6}"/>
                  </a:ext>
                </a:extLst>
              </p:cNvPr>
              <p:cNvSpPr txBox="1"/>
              <p:nvPr/>
            </p:nvSpPr>
            <p:spPr>
              <a:xfrm>
                <a:off x="3649297" y="3244078"/>
                <a:ext cx="32585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30F5BE-669A-F146-9710-C6A00BAE7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297" y="3244078"/>
                <a:ext cx="325858" cy="369332"/>
              </a:xfrm>
              <a:prstGeom prst="rect">
                <a:avLst/>
              </a:prstGeom>
              <a:blipFill>
                <a:blip r:embed="rId18"/>
                <a:stretch>
                  <a:fillRect l="-22642" t="-16393" r="-58491" b="-245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444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/>
          <p:cNvGrpSpPr/>
          <p:nvPr/>
        </p:nvGrpSpPr>
        <p:grpSpPr>
          <a:xfrm>
            <a:off x="1167765" y="914400"/>
            <a:ext cx="6088380" cy="4684157"/>
            <a:chOff x="1167765" y="914400"/>
            <a:chExt cx="6088380" cy="4684157"/>
          </a:xfrm>
        </p:grpSpPr>
        <p:grpSp>
          <p:nvGrpSpPr>
            <p:cNvPr id="10" name="Group 9"/>
            <p:cNvGrpSpPr/>
            <p:nvPr/>
          </p:nvGrpSpPr>
          <p:grpSpPr>
            <a:xfrm>
              <a:off x="1167765" y="1045031"/>
              <a:ext cx="6088380" cy="4321354"/>
              <a:chOff x="1167765" y="1045031"/>
              <a:chExt cx="6088380" cy="4321354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/>
              <p:cNvCxnSpPr/>
              <p:nvPr/>
            </p:nvCxnSpPr>
            <p:spPr>
              <a:xfrm flipH="1">
                <a:off x="2655027" y="4111265"/>
                <a:ext cx="4601118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6667" r="-22222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7907" r="-23256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5581" r="-2558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/>
          <p:cNvGrpSpPr/>
          <p:nvPr/>
        </p:nvGrpSpPr>
        <p:grpSpPr>
          <a:xfrm>
            <a:off x="3057525" y="914400"/>
            <a:ext cx="5241034" cy="4684157"/>
            <a:chOff x="2722245" y="914400"/>
            <a:chExt cx="5241034" cy="4684157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4223655" y="1702524"/>
              <a:ext cx="1062446" cy="0"/>
            </a:xfrm>
            <a:prstGeom prst="straightConnector1">
              <a:avLst/>
            </a:prstGeom>
            <a:ln w="28575" cap="rnd">
              <a:solidFill>
                <a:schemeClr val="accent6">
                  <a:lumMod val="75000"/>
                </a:schemeClr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/>
            <p:cNvGrpSpPr/>
            <p:nvPr/>
          </p:nvGrpSpPr>
          <p:grpSpPr>
            <a:xfrm>
              <a:off x="2722245" y="1014552"/>
              <a:ext cx="5172075" cy="4321354"/>
              <a:chOff x="1167765" y="1045031"/>
              <a:chExt cx="5172075" cy="4321354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 flipH="1">
                <a:off x="2655027" y="4111265"/>
                <a:ext cx="3684813" cy="0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4138" t="-1667" r="-24138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3636" t="-1639" r="-23636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3636" t="-1667" r="-25455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885782" y="1210758"/>
                  <a:ext cx="40229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1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5782" y="1210758"/>
                  <a:ext cx="40229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0606" r="-21212"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blipFill>
                <a:blip r:embed="rId17"/>
                <a:stretch>
                  <a:fillRect l="-32432" r="-2973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blipFill>
                <a:blip r:embed="rId18"/>
                <a:stretch>
                  <a:fillRect l="-52632" t="-1639" r="-50000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600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Straight Arrow Connector 38"/>
          <p:cNvCxnSpPr/>
          <p:nvPr/>
        </p:nvCxnSpPr>
        <p:spPr>
          <a:xfrm>
            <a:off x="9069213" y="2268944"/>
            <a:ext cx="1260000" cy="0"/>
          </a:xfrm>
          <a:prstGeom prst="straightConnector1">
            <a:avLst/>
          </a:prstGeom>
          <a:ln w="28575" cap="rnd">
            <a:solidFill>
              <a:schemeClr val="accent6">
                <a:lumMod val="75000"/>
                <a:alpha val="50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Rectangle 39"/>
              <p:cNvSpPr/>
              <p:nvPr/>
            </p:nvSpPr>
            <p:spPr>
              <a:xfrm>
                <a:off x="9490384" y="2226728"/>
                <a:ext cx="44435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chemeClr val="tx1"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tx1"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alpha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0" name="Rectangl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0384" y="2226728"/>
                <a:ext cx="444352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/>
          <p:cNvCxnSpPr/>
          <p:nvPr/>
        </p:nvCxnSpPr>
        <p:spPr>
          <a:xfrm>
            <a:off x="9071118" y="782663"/>
            <a:ext cx="1260000" cy="0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556530" y="363974"/>
            <a:ext cx="4354029" cy="988709"/>
            <a:chOff x="864378" y="363974"/>
            <a:chExt cx="4354029" cy="988709"/>
          </a:xfrm>
        </p:grpSpPr>
        <p:cxnSp>
          <p:nvCxnSpPr>
            <p:cNvPr id="2" name="Straight Connector 1"/>
            <p:cNvCxnSpPr/>
            <p:nvPr/>
          </p:nvCxnSpPr>
          <p:spPr>
            <a:xfrm flipH="1">
              <a:off x="1226820" y="1159048"/>
              <a:ext cx="3626901" cy="0"/>
            </a:xfrm>
            <a:prstGeom prst="line">
              <a:avLst/>
            </a:prstGeom>
            <a:ln w="28575" cap="rnd">
              <a:solidFill>
                <a:schemeClr val="tx1"/>
              </a:solidFill>
              <a:round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/>
                <p:cNvSpPr txBox="1"/>
                <p:nvPr/>
              </p:nvSpPr>
              <p:spPr>
                <a:xfrm>
                  <a:off x="864378" y="98335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378" y="983351"/>
                  <a:ext cx="284822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/>
                <p:cNvSpPr txBox="1"/>
                <p:nvPr/>
              </p:nvSpPr>
              <p:spPr>
                <a:xfrm>
                  <a:off x="4943203" y="974252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3203" y="974252"/>
                  <a:ext cx="275204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913" r="-21739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/>
            <p:cNvSpPr/>
            <p:nvPr/>
          </p:nvSpPr>
          <p:spPr>
            <a:xfrm>
              <a:off x="1167674" y="1111159"/>
              <a:ext cx="94706" cy="9470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3288012" y="780101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/>
                <p:cNvSpPr/>
                <p:nvPr/>
              </p:nvSpPr>
              <p:spPr>
                <a:xfrm>
                  <a:off x="2984809" y="363974"/>
                  <a:ext cx="1022459" cy="462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acc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e>
                        </m:acc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7" name="Rectangle 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84809" y="363974"/>
                  <a:ext cx="1022459" cy="462434"/>
                </a:xfrm>
                <a:prstGeom prst="rect">
                  <a:avLst/>
                </a:prstGeom>
                <a:blipFill>
                  <a:blip r:embed="rId5"/>
                  <a:stretch>
                    <a:fillRect r="-4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/>
                <p:cNvSpPr txBox="1"/>
                <p:nvPr/>
              </p:nvSpPr>
              <p:spPr>
                <a:xfrm>
                  <a:off x="1418082" y="440436"/>
                  <a:ext cx="346710" cy="36933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082" y="440436"/>
                  <a:ext cx="346710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695" b="-4762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519954" y="1860542"/>
            <a:ext cx="4463253" cy="988709"/>
            <a:chOff x="519954" y="1860542"/>
            <a:chExt cx="4463253" cy="988709"/>
          </a:xfrm>
        </p:grpSpPr>
        <p:cxnSp>
          <p:nvCxnSpPr>
            <p:cNvPr id="19" name="Straight Arrow Connector 18"/>
            <p:cNvCxnSpPr/>
            <p:nvPr/>
          </p:nvCxnSpPr>
          <p:spPr>
            <a:xfrm flipH="1">
              <a:off x="2254647" y="2389340"/>
              <a:ext cx="720000" cy="0"/>
            </a:xfrm>
            <a:prstGeom prst="straightConnector1">
              <a:avLst/>
            </a:prstGeom>
            <a:ln w="28575" cap="rnd">
              <a:solidFill>
                <a:schemeClr val="accent6">
                  <a:lumMod val="75000"/>
                </a:schemeClr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918972" y="2655616"/>
              <a:ext cx="3626901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  <a:round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19954" y="2479919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954" y="2479919"/>
                  <a:ext cx="357470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034" t="-1667" r="-23729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4635355" y="2470820"/>
                  <a:ext cx="34785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5355" y="2470820"/>
                  <a:ext cx="347852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13"/>
            <p:cNvSpPr/>
            <p:nvPr/>
          </p:nvSpPr>
          <p:spPr>
            <a:xfrm>
              <a:off x="859826" y="2607727"/>
              <a:ext cx="94706" cy="94706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2980164" y="2276669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1110234" y="1937004"/>
                  <a:ext cx="346710" cy="36933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234" y="1937004"/>
                  <a:ext cx="346710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3559" r="-16949" b="-806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/>
                <p:cNvSpPr/>
                <p:nvPr/>
              </p:nvSpPr>
              <p:spPr>
                <a:xfrm>
                  <a:off x="2202743" y="1860542"/>
                  <a:ext cx="816185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1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2743" y="1860542"/>
                  <a:ext cx="816185" cy="461665"/>
                </a:xfrm>
                <a:prstGeom prst="rect">
                  <a:avLst/>
                </a:prstGeom>
                <a:blipFill>
                  <a:blip r:embed="rId10"/>
                  <a:stretch>
                    <a:fillRect r="-26866"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" name="Straight Connector 21"/>
          <p:cNvCxnSpPr/>
          <p:nvPr/>
        </p:nvCxnSpPr>
        <p:spPr>
          <a:xfrm flipH="1">
            <a:off x="6792468" y="1160064"/>
            <a:ext cx="3626901" cy="0"/>
          </a:xfrm>
          <a:prstGeom prst="line">
            <a:avLst/>
          </a:prstGeom>
          <a:ln w="28575" cap="rnd">
            <a:solidFill>
              <a:schemeClr val="tx1"/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6430026" y="98436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026" y="984367"/>
                <a:ext cx="284822" cy="369332"/>
              </a:xfrm>
              <a:prstGeom prst="rect">
                <a:avLst/>
              </a:prstGeom>
              <a:blipFill>
                <a:blip r:embed="rId11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/>
              <p:cNvSpPr txBox="1"/>
              <p:nvPr/>
            </p:nvSpPr>
            <p:spPr>
              <a:xfrm>
                <a:off x="10508851" y="975268"/>
                <a:ext cx="2752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851" y="975268"/>
                <a:ext cx="275204" cy="369332"/>
              </a:xfrm>
              <a:prstGeom prst="rect">
                <a:avLst/>
              </a:prstGeom>
              <a:blipFill>
                <a:blip r:embed="rId12"/>
                <a:stretch>
                  <a:fillRect l="-26667" r="-2222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/>
          <p:cNvSpPr/>
          <p:nvPr/>
        </p:nvSpPr>
        <p:spPr>
          <a:xfrm>
            <a:off x="6733322" y="1112175"/>
            <a:ext cx="94706" cy="9470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4BC4753-ED5A-ABEB-8B41-B9506AC8A628}"/>
              </a:ext>
            </a:extLst>
          </p:cNvPr>
          <p:cNvSpPr/>
          <p:nvPr/>
        </p:nvSpPr>
        <p:spPr>
          <a:xfrm>
            <a:off x="8853660" y="671389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 26"/>
              <p:cNvSpPr/>
              <p:nvPr/>
            </p:nvSpPr>
            <p:spPr>
              <a:xfrm>
                <a:off x="9492289" y="267417"/>
                <a:ext cx="44435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2289" y="267417"/>
                <a:ext cx="444352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6983730" y="441452"/>
                <a:ext cx="346710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3730" y="441452"/>
                <a:ext cx="346710" cy="369332"/>
              </a:xfrm>
              <a:prstGeom prst="rect">
                <a:avLst/>
              </a:prstGeom>
              <a:blipFill>
                <a:blip r:embed="rId14"/>
                <a:stretch>
                  <a:fillRect l="-1695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/>
          <p:nvPr/>
        </p:nvCxnSpPr>
        <p:spPr>
          <a:xfrm flipH="1">
            <a:off x="8128143" y="2268944"/>
            <a:ext cx="720000" cy="0"/>
          </a:xfrm>
          <a:prstGeom prst="straightConnector1">
            <a:avLst/>
          </a:prstGeom>
          <a:ln w="28575" cap="rnd">
            <a:solidFill>
              <a:schemeClr val="accent6">
                <a:lumMod val="75000"/>
                <a:alpha val="50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H="1">
            <a:off x="6792468" y="2656632"/>
            <a:ext cx="3626901" cy="0"/>
          </a:xfrm>
          <a:prstGeom prst="line">
            <a:avLst/>
          </a:prstGeom>
          <a:ln w="28575" cap="rnd">
            <a:solidFill>
              <a:schemeClr val="accent1">
                <a:lumMod val="75000"/>
              </a:schemeClr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/>
              <p:cNvSpPr txBox="1"/>
              <p:nvPr/>
            </p:nvSpPr>
            <p:spPr>
              <a:xfrm>
                <a:off x="6393450" y="2480935"/>
                <a:ext cx="35747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450" y="2480935"/>
                <a:ext cx="357470" cy="369332"/>
              </a:xfrm>
              <a:prstGeom prst="rect">
                <a:avLst/>
              </a:prstGeom>
              <a:blipFill>
                <a:blip r:embed="rId15"/>
                <a:stretch>
                  <a:fillRect l="-24138" t="-1639" r="-24138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/>
              <p:cNvSpPr txBox="1"/>
              <p:nvPr/>
            </p:nvSpPr>
            <p:spPr>
              <a:xfrm>
                <a:off x="10508851" y="2471836"/>
                <a:ext cx="34785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851" y="2471836"/>
                <a:ext cx="347852" cy="369332"/>
              </a:xfrm>
              <a:prstGeom prst="rect">
                <a:avLst/>
              </a:prstGeom>
              <a:blipFill>
                <a:blip r:embed="rId16"/>
                <a:stretch>
                  <a:fillRect l="-24561" t="-1639" r="-22807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/>
          <p:cNvSpPr/>
          <p:nvPr/>
        </p:nvSpPr>
        <p:spPr>
          <a:xfrm>
            <a:off x="6733322" y="2608743"/>
            <a:ext cx="94706" cy="94706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4BC4753-ED5A-ABEB-8B41-B9506AC8A628}"/>
              </a:ext>
            </a:extLst>
          </p:cNvPr>
          <p:cNvSpPr/>
          <p:nvPr/>
        </p:nvSpPr>
        <p:spPr>
          <a:xfrm>
            <a:off x="8853660" y="2158813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/>
              <p:cNvSpPr txBox="1"/>
              <p:nvPr/>
            </p:nvSpPr>
            <p:spPr>
              <a:xfrm>
                <a:off x="6983730" y="1938020"/>
                <a:ext cx="346710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3730" y="1938020"/>
                <a:ext cx="346710" cy="369332"/>
              </a:xfrm>
              <a:prstGeom prst="rect">
                <a:avLst/>
              </a:prstGeom>
              <a:blipFill>
                <a:blip r:embed="rId17"/>
                <a:stretch>
                  <a:fillRect l="-15254" r="-15254" b="-634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Rectangle 36"/>
              <p:cNvSpPr/>
              <p:nvPr/>
            </p:nvSpPr>
            <p:spPr>
              <a:xfrm>
                <a:off x="8135929" y="2226728"/>
                <a:ext cx="81618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  <a:alpha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solidFill>
                                    <a:schemeClr val="accent6">
                                      <a:lumMod val="75000"/>
                                      <a:alpha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  <a:alpha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29" y="2226728"/>
                <a:ext cx="816185" cy="461665"/>
              </a:xfrm>
              <a:prstGeom prst="rect">
                <a:avLst/>
              </a:prstGeom>
              <a:blipFill>
                <a:blip r:embed="rId18"/>
                <a:stretch>
                  <a:fillRect r="-26119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>
            <a:off x="8737743" y="2044154"/>
            <a:ext cx="540000" cy="0"/>
          </a:xfrm>
          <a:prstGeom prst="straightConnector1">
            <a:avLst/>
          </a:prstGeom>
          <a:ln w="28575" cap="rnd">
            <a:solidFill>
              <a:schemeClr val="accent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ectangle 41"/>
              <p:cNvSpPr/>
              <p:nvPr/>
            </p:nvSpPr>
            <p:spPr>
              <a:xfrm>
                <a:off x="8705524" y="1579028"/>
                <a:ext cx="52450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2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5524" y="1579028"/>
                <a:ext cx="524503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561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88</Words>
  <Application>Microsoft Office PowerPoint</Application>
  <PresentationFormat>Widescreen</PresentationFormat>
  <Paragraphs>76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Asus</cp:lastModifiedBy>
  <cp:revision>17</cp:revision>
  <dcterms:created xsi:type="dcterms:W3CDTF">2026-10-03T06:14:03Z</dcterms:created>
  <dcterms:modified xsi:type="dcterms:W3CDTF">2026-10-05T05:58:10Z</dcterms:modified>
</cp:coreProperties>
</file>