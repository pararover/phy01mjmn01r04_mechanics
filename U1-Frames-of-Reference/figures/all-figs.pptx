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2" autoAdjust="0"/>
    <p:restoredTop sz="94660"/>
  </p:normalViewPr>
  <p:slideViewPr>
    <p:cSldViewPr snapToGrid="0">
      <p:cViewPr varScale="1">
        <p:scale>
          <a:sx n="84" d="100"/>
          <a:sy n="84" d="100"/>
        </p:scale>
        <p:origin x="8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788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060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524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90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28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70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112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75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100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04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2BB23-F442-40A7-A37A-0DE665FB7F0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57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2BB23-F442-40A7-A37A-0DE665FB7F05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0F61B-18EA-4D5C-80F6-2549EE18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38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jpe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2.png"/><Relationship Id="rId5" Type="http://schemas.openxmlformats.org/officeDocument/2006/relationships/image" Target="../media/image4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Arrow Connector 54"/>
          <p:cNvCxnSpPr/>
          <p:nvPr/>
        </p:nvCxnSpPr>
        <p:spPr>
          <a:xfrm>
            <a:off x="2659380" y="4899660"/>
            <a:ext cx="325374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2657348" y="4094480"/>
            <a:ext cx="0" cy="842264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4549648" y="4099560"/>
            <a:ext cx="0" cy="48006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5919216" y="2334768"/>
            <a:ext cx="0" cy="2602992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endCxn id="28" idx="3"/>
          </p:cNvCxnSpPr>
          <p:nvPr/>
        </p:nvCxnSpPr>
        <p:spPr>
          <a:xfrm flipV="1">
            <a:off x="4547235" y="2371191"/>
            <a:ext cx="1343468" cy="1709319"/>
          </a:xfrm>
          <a:prstGeom prst="straightConnector1">
            <a:avLst/>
          </a:prstGeom>
          <a:ln w="19050">
            <a:solidFill>
              <a:schemeClr val="bg2">
                <a:lumMod val="2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28" idx="3"/>
          </p:cNvCxnSpPr>
          <p:nvPr/>
        </p:nvCxnSpPr>
        <p:spPr>
          <a:xfrm flipV="1">
            <a:off x="2655570" y="2371191"/>
            <a:ext cx="3235133" cy="1739799"/>
          </a:xfrm>
          <a:prstGeom prst="straightConnector1">
            <a:avLst/>
          </a:prstGeom>
          <a:ln w="19050">
            <a:solidFill>
              <a:schemeClr val="bg2">
                <a:lumMod val="2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/>
        </p:nvGrpSpPr>
        <p:grpSpPr>
          <a:xfrm>
            <a:off x="1167765" y="914400"/>
            <a:ext cx="6088380" cy="4684157"/>
            <a:chOff x="1167765" y="914400"/>
            <a:chExt cx="6088380" cy="4684157"/>
          </a:xfrm>
        </p:grpSpPr>
        <p:grpSp>
          <p:nvGrpSpPr>
            <p:cNvPr id="10" name="Group 9"/>
            <p:cNvGrpSpPr/>
            <p:nvPr/>
          </p:nvGrpSpPr>
          <p:grpSpPr>
            <a:xfrm>
              <a:off x="1167765" y="1045031"/>
              <a:ext cx="6088380" cy="4321354"/>
              <a:chOff x="1167765" y="1045031"/>
              <a:chExt cx="6088380" cy="4321354"/>
            </a:xfrm>
          </p:grpSpPr>
          <p:cxnSp>
            <p:nvCxnSpPr>
              <p:cNvPr id="5" name="Straight Connector 4"/>
              <p:cNvCxnSpPr/>
              <p:nvPr/>
            </p:nvCxnSpPr>
            <p:spPr>
              <a:xfrm>
                <a:off x="2656115" y="1045031"/>
                <a:ext cx="0" cy="3065417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/>
              <p:cNvCxnSpPr/>
              <p:nvPr/>
            </p:nvCxnSpPr>
            <p:spPr>
              <a:xfrm flipH="1">
                <a:off x="2655027" y="4111265"/>
                <a:ext cx="4601118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 flipV="1">
                <a:off x="1167765" y="4114258"/>
                <a:ext cx="1484540" cy="1252127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2323338" y="3787521"/>
                  <a:ext cx="28482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3338" y="3787521"/>
                  <a:ext cx="284822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23404" r="-23404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6972300" y="4152900"/>
                  <a:ext cx="27520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2300" y="4152900"/>
                  <a:ext cx="275204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26667" r="-22222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2760345" y="914400"/>
                  <a:ext cx="26238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0345" y="914400"/>
                  <a:ext cx="262380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7907" r="-23256"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1287780" y="5229225"/>
                  <a:ext cx="25917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7780" y="5229225"/>
                  <a:ext cx="259174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25581" r="-25581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Group 36"/>
          <p:cNvGrpSpPr/>
          <p:nvPr/>
        </p:nvGrpSpPr>
        <p:grpSpPr>
          <a:xfrm>
            <a:off x="3057525" y="914400"/>
            <a:ext cx="5241034" cy="4684157"/>
            <a:chOff x="2722245" y="914400"/>
            <a:chExt cx="5241034" cy="4684157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4223655" y="1702524"/>
              <a:ext cx="1062446" cy="0"/>
            </a:xfrm>
            <a:prstGeom prst="straightConnector1">
              <a:avLst/>
            </a:prstGeom>
            <a:ln w="28575" cap="rnd">
              <a:solidFill>
                <a:srgbClr val="FF0000"/>
              </a:solidFill>
              <a:round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/>
            <p:cNvGrpSpPr/>
            <p:nvPr/>
          </p:nvGrpSpPr>
          <p:grpSpPr>
            <a:xfrm>
              <a:off x="2722245" y="1014552"/>
              <a:ext cx="5172075" cy="4321354"/>
              <a:chOff x="1167765" y="1045031"/>
              <a:chExt cx="5172075" cy="4321354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2656115" y="1045031"/>
                <a:ext cx="0" cy="3065417"/>
              </a:xfrm>
              <a:prstGeom prst="line">
                <a:avLst/>
              </a:prstGeom>
              <a:ln w="28575" cap="rnd">
                <a:solidFill>
                  <a:schemeClr val="accent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 flipH="1">
                <a:off x="2655027" y="4111265"/>
                <a:ext cx="3684813" cy="0"/>
              </a:xfrm>
              <a:prstGeom prst="line">
                <a:avLst/>
              </a:prstGeom>
              <a:ln w="28575" cap="rnd">
                <a:solidFill>
                  <a:schemeClr val="accent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 flipV="1">
                <a:off x="1167765" y="4114258"/>
                <a:ext cx="1484540" cy="1252127"/>
              </a:xfrm>
              <a:prstGeom prst="line">
                <a:avLst/>
              </a:prstGeom>
              <a:ln w="28575" cap="rnd">
                <a:solidFill>
                  <a:schemeClr val="accent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3851529" y="3778377"/>
                  <a:ext cx="35747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sz="2400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1529" y="3778377"/>
                  <a:ext cx="357470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4138" t="-1667" r="-24138"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7615428" y="4152900"/>
                  <a:ext cx="34785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5428" y="4152900"/>
                  <a:ext cx="347851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22807" t="-1639" r="-24561" b="-98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4328160" y="914400"/>
                  <a:ext cx="33502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160" y="914400"/>
                  <a:ext cx="335027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23636" t="-1639" r="-23636"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2830830" y="5229225"/>
                  <a:ext cx="33182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sz="2400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0830" y="5229225"/>
                  <a:ext cx="331821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23636" t="-1667" r="-25455"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4859655" y="1323975"/>
                  <a:ext cx="24570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9655" y="1323975"/>
                  <a:ext cx="245708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17500" r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Oval 27"/>
          <p:cNvSpPr/>
          <p:nvPr/>
        </p:nvSpPr>
        <p:spPr>
          <a:xfrm>
            <a:off x="5876834" y="2290354"/>
            <a:ext cx="94706" cy="947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/>
              <p:cNvSpPr txBox="1"/>
              <p:nvPr/>
            </p:nvSpPr>
            <p:spPr>
              <a:xfrm>
                <a:off x="6018530" y="2028825"/>
                <a:ext cx="2671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530" y="2028825"/>
                <a:ext cx="267188" cy="369332"/>
              </a:xfrm>
              <a:prstGeom prst="rect">
                <a:avLst/>
              </a:prstGeom>
              <a:blipFill>
                <a:blip r:embed="rId11"/>
                <a:stretch>
                  <a:fillRect l="-25000" r="-25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/>
              <p:cNvSpPr txBox="1"/>
              <p:nvPr/>
            </p:nvSpPr>
            <p:spPr>
              <a:xfrm>
                <a:off x="4043680" y="2895600"/>
                <a:ext cx="2340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680" y="2895600"/>
                <a:ext cx="234038" cy="369332"/>
              </a:xfrm>
              <a:prstGeom prst="rect">
                <a:avLst/>
              </a:prstGeom>
              <a:blipFill>
                <a:blip r:embed="rId12"/>
                <a:stretch>
                  <a:fillRect l="-17949" r="-35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/>
              <p:cNvSpPr txBox="1"/>
              <p:nvPr/>
            </p:nvSpPr>
            <p:spPr>
              <a:xfrm>
                <a:off x="5008880" y="2895600"/>
                <a:ext cx="3141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8880" y="2895600"/>
                <a:ext cx="314189" cy="369332"/>
              </a:xfrm>
              <a:prstGeom prst="rect">
                <a:avLst/>
              </a:prstGeom>
              <a:blipFill>
                <a:blip r:embed="rId13"/>
                <a:stretch>
                  <a:fillRect l="-13725" t="-1639" r="-27451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/>
          <p:cNvCxnSpPr/>
          <p:nvPr/>
        </p:nvCxnSpPr>
        <p:spPr>
          <a:xfrm>
            <a:off x="4556760" y="4533900"/>
            <a:ext cx="1356360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2665095" y="4533900"/>
            <a:ext cx="1874520" cy="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/>
              <p:cNvSpPr txBox="1"/>
              <p:nvPr/>
            </p:nvSpPr>
            <p:spPr>
              <a:xfrm>
                <a:off x="5077968" y="4312920"/>
                <a:ext cx="33985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968" y="4312920"/>
                <a:ext cx="339852" cy="369332"/>
              </a:xfrm>
              <a:prstGeom prst="rect">
                <a:avLst/>
              </a:prstGeom>
              <a:blipFill>
                <a:blip r:embed="rId14"/>
                <a:stretch>
                  <a:fillRect l="-19643" t="-1667" r="-1964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/>
              <p:cNvSpPr txBox="1"/>
              <p:nvPr/>
            </p:nvSpPr>
            <p:spPr>
              <a:xfrm>
                <a:off x="4277868" y="4678680"/>
                <a:ext cx="33985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868" y="4678680"/>
                <a:ext cx="339852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/>
              <p:cNvSpPr txBox="1"/>
              <p:nvPr/>
            </p:nvSpPr>
            <p:spPr>
              <a:xfrm>
                <a:off x="3332988" y="4312920"/>
                <a:ext cx="33985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𝑣𝑡</m:t>
                      </m:r>
                    </m:oMath>
                  </m:oMathPara>
                </a14:m>
                <a:endParaRPr lang="en-US" sz="24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2988" y="4312920"/>
                <a:ext cx="339852" cy="369332"/>
              </a:xfrm>
              <a:prstGeom prst="rect">
                <a:avLst/>
              </a:prstGeom>
              <a:blipFill>
                <a:blip r:embed="rId16"/>
                <a:stretch>
                  <a:fillRect l="-21429" r="-19643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/>
              <p:cNvSpPr txBox="1"/>
              <p:nvPr/>
            </p:nvSpPr>
            <p:spPr>
              <a:xfrm>
                <a:off x="2186178" y="1958340"/>
                <a:ext cx="22936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178" y="1958340"/>
                <a:ext cx="229362" cy="369332"/>
              </a:xfrm>
              <a:prstGeom prst="rect">
                <a:avLst/>
              </a:prstGeom>
              <a:blipFill>
                <a:blip r:embed="rId17"/>
                <a:stretch>
                  <a:fillRect l="-32432" r="-29730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/>
              <p:cNvSpPr txBox="1"/>
              <p:nvPr/>
            </p:nvSpPr>
            <p:spPr>
              <a:xfrm>
                <a:off x="4144518" y="1958340"/>
                <a:ext cx="22936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518" y="1958340"/>
                <a:ext cx="229362" cy="369332"/>
              </a:xfrm>
              <a:prstGeom prst="rect">
                <a:avLst/>
              </a:prstGeom>
              <a:blipFill>
                <a:blip r:embed="rId18"/>
                <a:stretch>
                  <a:fillRect l="-52632" t="-1639" r="-50000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6414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167765" y="914400"/>
            <a:ext cx="5165339" cy="4684157"/>
            <a:chOff x="1167765" y="914400"/>
            <a:chExt cx="5165339" cy="4684157"/>
          </a:xfrm>
        </p:grpSpPr>
        <p:grpSp>
          <p:nvGrpSpPr>
            <p:cNvPr id="41" name="Group 40"/>
            <p:cNvGrpSpPr/>
            <p:nvPr/>
          </p:nvGrpSpPr>
          <p:grpSpPr>
            <a:xfrm>
              <a:off x="1167765" y="914400"/>
              <a:ext cx="5165339" cy="4684157"/>
              <a:chOff x="1167765" y="914400"/>
              <a:chExt cx="5165339" cy="4684157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1167765" y="1045031"/>
                <a:ext cx="5114163" cy="4321354"/>
                <a:chOff x="1167765" y="1045031"/>
                <a:chExt cx="5114163" cy="4321354"/>
              </a:xfrm>
            </p:grpSpPr>
            <p:cxnSp>
              <p:nvCxnSpPr>
                <p:cNvPr id="5" name="Straight Connector 4"/>
                <p:cNvCxnSpPr/>
                <p:nvPr/>
              </p:nvCxnSpPr>
              <p:spPr>
                <a:xfrm>
                  <a:off x="2656115" y="1045031"/>
                  <a:ext cx="0" cy="3065417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Straight Connector 5"/>
                <p:cNvCxnSpPr/>
                <p:nvPr/>
              </p:nvCxnSpPr>
              <p:spPr>
                <a:xfrm flipH="1">
                  <a:off x="2655027" y="4111265"/>
                  <a:ext cx="3626901" cy="0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/>
                <p:cNvCxnSpPr/>
                <p:nvPr/>
              </p:nvCxnSpPr>
              <p:spPr>
                <a:xfrm flipV="1">
                  <a:off x="1167765" y="4114258"/>
                  <a:ext cx="1484540" cy="1252127"/>
                </a:xfrm>
                <a:prstGeom prst="line">
                  <a:avLst/>
                </a:prstGeom>
                <a:ln w="28575" cap="rnd">
                  <a:solidFill>
                    <a:schemeClr val="tx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2323338" y="3787521"/>
                    <a:ext cx="284822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>
              <p:sp>
                <p:nvSpPr>
                  <p:cNvPr id="17" name="TextBox 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3338" y="3787521"/>
                    <a:ext cx="284822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3404" r="-23404"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6057900" y="4152900"/>
                    <a:ext cx="275204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7900" y="4152900"/>
                    <a:ext cx="275204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6667" r="-22222"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760345" y="914400"/>
                    <a:ext cx="262380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60345" y="914400"/>
                    <a:ext cx="262380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7907" r="-23256" b="-491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" name="TextBox 22"/>
                  <p:cNvSpPr txBox="1"/>
                  <p:nvPr/>
                </p:nvSpPr>
                <p:spPr>
                  <a:xfrm>
                    <a:off x="1287780" y="5229225"/>
                    <a:ext cx="259174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3" name="TextBox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87780" y="5229225"/>
                    <a:ext cx="259174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5581" r="-25581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2186178" y="1958340"/>
                  <a:ext cx="22936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6178" y="1958340"/>
                  <a:ext cx="229362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32432" r="-29730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/>
          <p:cNvGrpSpPr/>
          <p:nvPr/>
        </p:nvGrpSpPr>
        <p:grpSpPr>
          <a:xfrm>
            <a:off x="2111121" y="914400"/>
            <a:ext cx="5241034" cy="4684157"/>
            <a:chOff x="3057525" y="914400"/>
            <a:chExt cx="5241034" cy="4684157"/>
          </a:xfrm>
        </p:grpSpPr>
        <p:grpSp>
          <p:nvGrpSpPr>
            <p:cNvPr id="37" name="Group 36"/>
            <p:cNvGrpSpPr/>
            <p:nvPr/>
          </p:nvGrpSpPr>
          <p:grpSpPr>
            <a:xfrm>
              <a:off x="3057525" y="914400"/>
              <a:ext cx="5241034" cy="4684157"/>
              <a:chOff x="2722245" y="914400"/>
              <a:chExt cx="5241034" cy="4684157"/>
            </a:xfrm>
          </p:grpSpPr>
          <p:cxnSp>
            <p:nvCxnSpPr>
              <p:cNvPr id="16" name="Straight Arrow Connector 15"/>
              <p:cNvCxnSpPr/>
              <p:nvPr/>
            </p:nvCxnSpPr>
            <p:spPr>
              <a:xfrm>
                <a:off x="4223655" y="1702524"/>
                <a:ext cx="1062446" cy="0"/>
              </a:xfrm>
              <a:prstGeom prst="straightConnector1">
                <a:avLst/>
              </a:prstGeom>
              <a:ln w="28575" cap="rnd">
                <a:solidFill>
                  <a:srgbClr val="FF0000"/>
                </a:solidFill>
                <a:round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10"/>
              <p:cNvGrpSpPr/>
              <p:nvPr/>
            </p:nvGrpSpPr>
            <p:grpSpPr>
              <a:xfrm>
                <a:off x="2722245" y="1014552"/>
                <a:ext cx="5172075" cy="4321354"/>
                <a:chOff x="1167765" y="1045031"/>
                <a:chExt cx="5172075" cy="4321354"/>
              </a:xfrm>
            </p:grpSpPr>
            <p:cxnSp>
              <p:nvCxnSpPr>
                <p:cNvPr id="12" name="Straight Connector 11"/>
                <p:cNvCxnSpPr/>
                <p:nvPr/>
              </p:nvCxnSpPr>
              <p:spPr>
                <a:xfrm>
                  <a:off x="2656115" y="1045031"/>
                  <a:ext cx="0" cy="3065417"/>
                </a:xfrm>
                <a:prstGeom prst="line">
                  <a:avLst/>
                </a:prstGeom>
                <a:ln w="28575" cap="rnd">
                  <a:solidFill>
                    <a:schemeClr val="accent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/>
              </p:nvCxnSpPr>
              <p:spPr>
                <a:xfrm flipH="1">
                  <a:off x="2655027" y="4111265"/>
                  <a:ext cx="3684813" cy="0"/>
                </a:xfrm>
                <a:prstGeom prst="line">
                  <a:avLst/>
                </a:prstGeom>
                <a:ln w="28575" cap="rnd">
                  <a:solidFill>
                    <a:schemeClr val="accent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 flipV="1">
                  <a:off x="1167765" y="4114258"/>
                  <a:ext cx="1484540" cy="1252127"/>
                </a:xfrm>
                <a:prstGeom prst="line">
                  <a:avLst/>
                </a:prstGeom>
                <a:ln w="28575" cap="rnd">
                  <a:solidFill>
                    <a:schemeClr val="accent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" name="TextBox 17"/>
                  <p:cNvSpPr txBox="1"/>
                  <p:nvPr/>
                </p:nvSpPr>
                <p:spPr>
                  <a:xfrm>
                    <a:off x="3851529" y="3778377"/>
                    <a:ext cx="357470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 lang="en-US" sz="2400" dirty="0">
                      <a:solidFill>
                        <a:schemeClr val="accent1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8" name="TextBox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51529" y="3778377"/>
                    <a:ext cx="357470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4138" t="-1667" r="-24138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7615428" y="4152900"/>
                    <a:ext cx="347851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>
              <p:sp>
                <p:nvSpPr>
                  <p:cNvPr id="20" name="TextBox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15428" y="4152900"/>
                    <a:ext cx="347851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2807" t="-1639" r="-22807" b="-983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4328160" y="914400"/>
                    <a:ext cx="335027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>
              <p:sp>
                <p:nvSpPr>
                  <p:cNvPr id="21" name="TextBox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28160" y="914400"/>
                    <a:ext cx="335027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5455" t="-1639" r="-23636" b="-819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2830830" y="5229225"/>
                    <a:ext cx="331821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 lang="en-US" sz="2400" dirty="0">
                      <a:solidFill>
                        <a:schemeClr val="accent1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4" name="TextBox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30830" y="5229225"/>
                    <a:ext cx="331821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3636" t="-1667" r="-25455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4859655" y="1323975"/>
                    <a:ext cx="245708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59655" y="1323975"/>
                    <a:ext cx="245708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7500" r="-1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4144518" y="1958340"/>
                  <a:ext cx="229362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sz="2400" b="0" i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4518" y="1958340"/>
                  <a:ext cx="229362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54054" t="-1639" r="-54054" b="-98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Can 3"/>
          <p:cNvSpPr/>
          <p:nvPr/>
        </p:nvSpPr>
        <p:spPr>
          <a:xfrm rot="-3360000">
            <a:off x="5501639" y="2136141"/>
            <a:ext cx="152400" cy="1668780"/>
          </a:xfrm>
          <a:prstGeom prst="can">
            <a:avLst>
              <a:gd name="adj" fmla="val 54402"/>
            </a:avLst>
          </a:prstGeom>
          <a:blipFill>
            <a:blip r:embed="rId13"/>
            <a:tile tx="0" ty="0" sx="100000" sy="100000" flip="none" algn="tl"/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4630674" y="2147316"/>
                <a:ext cx="22936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0674" y="2147316"/>
                <a:ext cx="229362" cy="369332"/>
              </a:xfrm>
              <a:prstGeom prst="rect">
                <a:avLst/>
              </a:prstGeom>
              <a:blipFill>
                <a:blip r:embed="rId14"/>
                <a:stretch>
                  <a:fillRect l="-40541" r="-4054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6319266" y="3323844"/>
                <a:ext cx="22936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266" y="3323844"/>
                <a:ext cx="229362" cy="369332"/>
              </a:xfrm>
              <a:prstGeom prst="rect">
                <a:avLst/>
              </a:prstGeom>
              <a:blipFill>
                <a:blip r:embed="rId15"/>
                <a:stretch>
                  <a:fillRect l="-43243" r="-40541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537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39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Asus</cp:lastModifiedBy>
  <cp:revision>10</cp:revision>
  <dcterms:created xsi:type="dcterms:W3CDTF">2026-10-03T06:14:03Z</dcterms:created>
  <dcterms:modified xsi:type="dcterms:W3CDTF">2026-10-03T08:55:13Z</dcterms:modified>
</cp:coreProperties>
</file>