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>
        <p:scale>
          <a:sx n="75" d="100"/>
          <a:sy n="75" d="100"/>
        </p:scale>
        <p:origin x="39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Arrow Connector 29"/>
          <p:cNvCxnSpPr>
            <a:endCxn id="28" idx="3"/>
          </p:cNvCxnSpPr>
          <p:nvPr/>
        </p:nvCxnSpPr>
        <p:spPr>
          <a:xfrm flipV="1">
            <a:off x="4547235" y="2371191"/>
            <a:ext cx="1343468" cy="170931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endCxn id="28" idx="3"/>
          </p:cNvCxnSpPr>
          <p:nvPr/>
        </p:nvCxnSpPr>
        <p:spPr>
          <a:xfrm flipV="1">
            <a:off x="2655570" y="2371191"/>
            <a:ext cx="3235133" cy="1739799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/>
        </p:nvGrpSpPr>
        <p:grpSpPr>
          <a:xfrm>
            <a:off x="1167765" y="914400"/>
            <a:ext cx="6088380" cy="4684157"/>
            <a:chOff x="1167765" y="914400"/>
            <a:chExt cx="6088380" cy="4684157"/>
          </a:xfrm>
        </p:grpSpPr>
        <p:grpSp>
          <p:nvGrpSpPr>
            <p:cNvPr id="10" name="Group 9"/>
            <p:cNvGrpSpPr/>
            <p:nvPr/>
          </p:nvGrpSpPr>
          <p:grpSpPr>
            <a:xfrm>
              <a:off x="1167765" y="1045031"/>
              <a:ext cx="6088380" cy="4321354"/>
              <a:chOff x="1167765" y="1045031"/>
              <a:chExt cx="6088380" cy="4321354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/>
              <p:cNvCxnSpPr/>
              <p:nvPr/>
            </p:nvCxnSpPr>
            <p:spPr>
              <a:xfrm flipH="1">
                <a:off x="2655027" y="4111265"/>
                <a:ext cx="4601118" cy="0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2533650" y="4162425"/>
                  <a:ext cx="28482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3650" y="4162425"/>
                  <a:ext cx="28482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6087" r="-2391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972300" y="4152900"/>
                  <a:ext cx="241733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300" y="4152900"/>
                  <a:ext cx="2417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7949" r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2326005" y="914400"/>
                  <a:ext cx="245708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6005" y="914400"/>
                  <a:ext cx="245708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0000" r="-30000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1287780" y="5229225"/>
                  <a:ext cx="22326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7780" y="5229225"/>
                  <a:ext cx="22326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6216" r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/>
          <p:cNvGrpSpPr/>
          <p:nvPr/>
        </p:nvGrpSpPr>
        <p:grpSpPr>
          <a:xfrm>
            <a:off x="3057525" y="866775"/>
            <a:ext cx="5205769" cy="4731782"/>
            <a:chOff x="2722245" y="866775"/>
            <a:chExt cx="5205769" cy="4731782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4223655" y="1245324"/>
              <a:ext cx="1062446" cy="0"/>
            </a:xfrm>
            <a:prstGeom prst="straightConnector1">
              <a:avLst/>
            </a:prstGeom>
            <a:ln w="28575" cap="rnd">
              <a:solidFill>
                <a:srgbClr val="FF0000"/>
              </a:solidFill>
              <a:round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/>
            <p:cNvGrpSpPr/>
            <p:nvPr/>
          </p:nvGrpSpPr>
          <p:grpSpPr>
            <a:xfrm>
              <a:off x="2722245" y="1014552"/>
              <a:ext cx="5172075" cy="4321354"/>
              <a:chOff x="1167765" y="1045031"/>
              <a:chExt cx="5172075" cy="4321354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2656115" y="1045031"/>
                <a:ext cx="0" cy="306541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 flipH="1">
                <a:off x="2655027" y="4111265"/>
                <a:ext cx="3684813" cy="0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/>
            </p:nvCxnSpPr>
            <p:spPr>
              <a:xfrm flipV="1">
                <a:off x="1167765" y="4114258"/>
                <a:ext cx="1484540" cy="1252127"/>
              </a:xfrm>
              <a:prstGeom prst="line">
                <a:avLst/>
              </a:prstGeom>
              <a:ln w="28575" cap="rnd">
                <a:solidFill>
                  <a:schemeClr val="accent1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4162425" y="4162425"/>
                  <a:ext cx="357470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425" y="4162425"/>
                  <a:ext cx="35747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4138" t="-1667" r="-24138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7615428" y="4152900"/>
                  <a:ext cx="31258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428" y="4152900"/>
                  <a:ext cx="31258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5000" t="-1639" r="-26923"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3878580" y="914400"/>
                  <a:ext cx="32060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8580" y="914400"/>
                  <a:ext cx="320601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5849" t="-6557" r="-35849" b="-3606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2830830" y="5229225"/>
                  <a:ext cx="29815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0830" y="5229225"/>
                  <a:ext cx="298159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6531" t="-1667" r="-28571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4859655" y="866775"/>
                  <a:ext cx="245708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9655" y="866775"/>
                  <a:ext cx="245708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75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Oval 27"/>
          <p:cNvSpPr/>
          <p:nvPr/>
        </p:nvSpPr>
        <p:spPr>
          <a:xfrm>
            <a:off x="5876834" y="2290354"/>
            <a:ext cx="94706" cy="9470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13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Asus</cp:lastModifiedBy>
  <cp:revision>5</cp:revision>
  <dcterms:created xsi:type="dcterms:W3CDTF">2026-10-03T06:14:03Z</dcterms:created>
  <dcterms:modified xsi:type="dcterms:W3CDTF">2026-10-03T06:57:49Z</dcterms:modified>
</cp:coreProperties>
</file>